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56" r:id="rId5"/>
    <p:sldId id="258" r:id="rId6"/>
    <p:sldId id="259" r:id="rId7"/>
    <p:sldId id="260" r:id="rId8"/>
    <p:sldId id="261" r:id="rId9"/>
    <p:sldId id="265" r:id="rId10"/>
    <p:sldId id="266" r:id="rId11"/>
    <p:sldId id="267" r:id="rId12"/>
    <p:sldId id="268" r:id="rId13"/>
    <p:sldId id="269" r:id="rId14"/>
    <p:sldId id="270" r:id="rId15"/>
    <p:sldId id="271" r:id="rId16"/>
    <p:sldId id="272" r:id="rId17"/>
    <p:sldId id="262" r:id="rId18"/>
    <p:sldId id="263" r:id="rId19"/>
    <p:sldId id="264" r:id="rId20"/>
  </p:sldIdLst>
  <p:sldSz cx="12192000" cy="6858000"/>
  <p:notesSz cx="6858000" cy="9144000"/>
  <p:custShowLst>
    <p:custShow name="KHTN" id="0">
      <p:sldLst>
        <p:sld r:id="rId5"/>
        <p:sld r:id="rId6"/>
        <p:sld r:id="rId7"/>
        <p:sld r:id="rId8"/>
        <p:sld r:id="rId9"/>
        <p:sld r:id="rId10"/>
        <p:sld r:id="rId11"/>
        <p:sld r:id="rId12"/>
        <p:sld r:id="rId13"/>
        <p:sld r:id="rId18"/>
      </p:sldLst>
    </p:custShow>
    <p:custShow name="CNTT" id="1">
      <p:sldLst>
        <p:sld r:id="rId5"/>
        <p:sld r:id="rId6"/>
        <p:sld r:id="rId7"/>
        <p:sld r:id="rId8"/>
        <p:sld r:id="rId9"/>
        <p:sld r:id="rId14"/>
        <p:sld r:id="rId15"/>
        <p:sld r:id="rId16"/>
        <p:sld r:id="rId17"/>
        <p:sld r:id="rId18"/>
      </p:sldLst>
    </p:custShow>
  </p:custShow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99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6374" autoAdjust="0"/>
  </p:normalViewPr>
  <p:slideViewPr>
    <p:cSldViewPr snapToGrid="0">
      <p:cViewPr varScale="1">
        <p:scale>
          <a:sx n="110" d="100"/>
          <a:sy n="110" d="100"/>
        </p:scale>
        <p:origin x="348" y="10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19C2F8-6922-48A0-ADA6-E7C2C8D9C8DA}" type="datetimeFigureOut">
              <a:rPr lang="vi-VN" smtClean="0"/>
              <a:t>08/10/2026</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B2735B-1E87-48EB-9A7F-513FA5968B0C}" type="slidenum">
              <a:rPr lang="vi-VN" smtClean="0"/>
              <a:t>‹#›</a:t>
            </a:fld>
            <a:endParaRPr lang="vi-VN"/>
          </a:p>
        </p:txBody>
      </p:sp>
    </p:spTree>
    <p:extLst>
      <p:ext uri="{BB962C8B-B14F-4D97-AF65-F5344CB8AC3E}">
        <p14:creationId xmlns:p14="http://schemas.microsoft.com/office/powerpoint/2010/main" val="1013709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2DC35C9-058F-47B5-B154-F348CCB11032}" type="datetime1">
              <a:rPr lang="vi-VN" smtClean="0"/>
              <a:t>08/10/2026</a:t>
            </a:fld>
            <a:endParaRPr lang="en-US" dirty="0"/>
          </a:p>
        </p:txBody>
      </p:sp>
      <p:sp>
        <p:nvSpPr>
          <p:cNvPr id="5" name="Footer Placeholder 4"/>
          <p:cNvSpPr>
            <a:spLocks noGrp="1"/>
          </p:cNvSpPr>
          <p:nvPr>
            <p:ph type="ftr" sz="quarter" idx="11"/>
          </p:nvPr>
        </p:nvSpPr>
        <p:spPr/>
        <p:txBody>
          <a:bodyPr/>
          <a:lstStyle>
            <a:lvl1pPr>
              <a:defRPr sz="1800">
                <a:latin typeface="+mj-lt"/>
              </a:defRPr>
            </a:lvl1pPr>
          </a:lstStyle>
          <a:p>
            <a:r>
              <a:rPr lang="vi-VN" dirty="0"/>
              <a:t>Giới thiệu Đại học Cần Thơ</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596635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A61E25-7F26-439F-A085-DA7A86B34985}" type="datetime1">
              <a:rPr lang="vi-VN" smtClean="0"/>
              <a:t>08/10/2026</a:t>
            </a:fld>
            <a:endParaRPr lang="vi-VN"/>
          </a:p>
        </p:txBody>
      </p:sp>
      <p:sp>
        <p:nvSpPr>
          <p:cNvPr id="5" name="Footer Placeholder 4"/>
          <p:cNvSpPr>
            <a:spLocks noGrp="1"/>
          </p:cNvSpPr>
          <p:nvPr>
            <p:ph type="ftr" sz="quarter" idx="11"/>
          </p:nvPr>
        </p:nvSpPr>
        <p:spPr/>
        <p:txBody>
          <a:bodyPr/>
          <a:lstStyle/>
          <a:p>
            <a:r>
              <a:rPr lang="vi-VN"/>
              <a:t>Giới thiệu Đại học Cần Thơ</a:t>
            </a:r>
          </a:p>
        </p:txBody>
      </p:sp>
      <p:sp>
        <p:nvSpPr>
          <p:cNvPr id="6" name="Slide Number Placeholder 5"/>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14691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7E865F-60BE-41D9-B00C-125ABB915841}" type="datetime1">
              <a:rPr lang="vi-VN" smtClean="0"/>
              <a:t>08/10/2026</a:t>
            </a:fld>
            <a:endParaRPr lang="vi-VN"/>
          </a:p>
        </p:txBody>
      </p:sp>
      <p:sp>
        <p:nvSpPr>
          <p:cNvPr id="5" name="Footer Placeholder 4"/>
          <p:cNvSpPr>
            <a:spLocks noGrp="1"/>
          </p:cNvSpPr>
          <p:nvPr>
            <p:ph type="ftr" sz="quarter" idx="11"/>
          </p:nvPr>
        </p:nvSpPr>
        <p:spPr/>
        <p:txBody>
          <a:bodyPr/>
          <a:lstStyle/>
          <a:p>
            <a:r>
              <a:rPr lang="vi-VN"/>
              <a:t>Giới thiệu Đại học Cần Thơ</a:t>
            </a:r>
          </a:p>
        </p:txBody>
      </p:sp>
      <p:sp>
        <p:nvSpPr>
          <p:cNvPr id="6" name="Slide Number Placeholder 5"/>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1152170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262AE1-AB64-439A-A95D-EC028678355E}" type="datetime1">
              <a:rPr lang="vi-VN" smtClean="0"/>
              <a:t>08/10/2026</a:t>
            </a:fld>
            <a:endParaRPr lang="vi-VN"/>
          </a:p>
        </p:txBody>
      </p:sp>
      <p:sp>
        <p:nvSpPr>
          <p:cNvPr id="6" name="Footer Placeholder 5"/>
          <p:cNvSpPr>
            <a:spLocks noGrp="1"/>
          </p:cNvSpPr>
          <p:nvPr>
            <p:ph type="ftr" sz="quarter" idx="11"/>
          </p:nvPr>
        </p:nvSpPr>
        <p:spPr/>
        <p:txBody>
          <a:bodyPr/>
          <a:lstStyle/>
          <a:p>
            <a:r>
              <a:rPr lang="vi-VN"/>
              <a:t>Giới thiệu Đại học Cần Thơ</a:t>
            </a:r>
          </a:p>
        </p:txBody>
      </p:sp>
      <p:sp>
        <p:nvSpPr>
          <p:cNvPr id="7" name="Slide Number Placeholder 6"/>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2502129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1458E0-70FC-4DE6-A578-0586584690DA}" type="datetime1">
              <a:rPr lang="vi-VN" smtClean="0"/>
              <a:t>08/10/2026</a:t>
            </a:fld>
            <a:endParaRPr lang="vi-VN"/>
          </a:p>
        </p:txBody>
      </p:sp>
      <p:sp>
        <p:nvSpPr>
          <p:cNvPr id="8" name="Footer Placeholder 7"/>
          <p:cNvSpPr>
            <a:spLocks noGrp="1"/>
          </p:cNvSpPr>
          <p:nvPr>
            <p:ph type="ftr" sz="quarter" idx="11"/>
          </p:nvPr>
        </p:nvSpPr>
        <p:spPr/>
        <p:txBody>
          <a:bodyPr/>
          <a:lstStyle/>
          <a:p>
            <a:r>
              <a:rPr lang="vi-VN"/>
              <a:t>Giới thiệu Đại học Cần Thơ</a:t>
            </a:r>
          </a:p>
        </p:txBody>
      </p:sp>
      <p:sp>
        <p:nvSpPr>
          <p:cNvPr id="9" name="Slide Number Placeholder 8"/>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2798967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A493D8-3FD7-42BB-80AD-C1E5050F671D}" type="datetime1">
              <a:rPr lang="vi-VN" smtClean="0"/>
              <a:t>08/10/2026</a:t>
            </a:fld>
            <a:endParaRPr lang="vi-VN"/>
          </a:p>
        </p:txBody>
      </p:sp>
      <p:sp>
        <p:nvSpPr>
          <p:cNvPr id="4" name="Footer Placeholder 3"/>
          <p:cNvSpPr>
            <a:spLocks noGrp="1"/>
          </p:cNvSpPr>
          <p:nvPr>
            <p:ph type="ftr" sz="quarter" idx="11"/>
          </p:nvPr>
        </p:nvSpPr>
        <p:spPr/>
        <p:txBody>
          <a:bodyPr/>
          <a:lstStyle/>
          <a:p>
            <a:r>
              <a:rPr lang="vi-VN"/>
              <a:t>Giới thiệu Đại học Cần Thơ</a:t>
            </a:r>
          </a:p>
        </p:txBody>
      </p:sp>
      <p:sp>
        <p:nvSpPr>
          <p:cNvPr id="5" name="Slide Number Placeholder 4"/>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3054766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5D77F65D-2468-4F9A-BB58-88A719175B3F}" type="datetime1">
              <a:rPr lang="vi-VN" smtClean="0"/>
              <a:t>08/10/2026</a:t>
            </a:fld>
            <a:endParaRPr lang="vi-VN"/>
          </a:p>
        </p:txBody>
      </p:sp>
      <p:sp>
        <p:nvSpPr>
          <p:cNvPr id="3" name="Footer Placeholder 2"/>
          <p:cNvSpPr>
            <a:spLocks noGrp="1"/>
          </p:cNvSpPr>
          <p:nvPr>
            <p:ph type="ftr" sz="quarter" idx="11"/>
          </p:nvPr>
        </p:nvSpPr>
        <p:spPr/>
        <p:txBody>
          <a:bodyPr/>
          <a:lstStyle/>
          <a:p>
            <a:r>
              <a:rPr lang="vi-VN"/>
              <a:t>Giới thiệu Đại học Cần Thơ</a:t>
            </a:r>
          </a:p>
        </p:txBody>
      </p:sp>
      <p:sp>
        <p:nvSpPr>
          <p:cNvPr id="4" name="Slide Number Placeholder 3"/>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2252889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EE64046-14BF-4FF8-A7B2-488521F03E39}" type="datetime1">
              <a:rPr lang="vi-VN" smtClean="0"/>
              <a:t>08/10/2026</a:t>
            </a:fld>
            <a:endParaRPr lang="vi-VN"/>
          </a:p>
        </p:txBody>
      </p:sp>
      <p:sp>
        <p:nvSpPr>
          <p:cNvPr id="6" name="Footer Placeholder 5"/>
          <p:cNvSpPr>
            <a:spLocks noGrp="1"/>
          </p:cNvSpPr>
          <p:nvPr>
            <p:ph type="ftr" sz="quarter" idx="11"/>
          </p:nvPr>
        </p:nvSpPr>
        <p:spPr/>
        <p:txBody>
          <a:bodyPr/>
          <a:lstStyle/>
          <a:p>
            <a:r>
              <a:rPr lang="vi-VN"/>
              <a:t>Giới thiệu Đại học Cần Thơ</a:t>
            </a:r>
          </a:p>
        </p:txBody>
      </p:sp>
      <p:sp>
        <p:nvSpPr>
          <p:cNvPr id="7" name="Slide Number Placeholder 6"/>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383359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D7077D-D184-48FE-A92F-C5F07DC67755}" type="datetime1">
              <a:rPr lang="vi-VN" smtClean="0"/>
              <a:t>08/10/2026</a:t>
            </a:fld>
            <a:endParaRPr lang="vi-VN"/>
          </a:p>
        </p:txBody>
      </p:sp>
      <p:sp>
        <p:nvSpPr>
          <p:cNvPr id="6" name="Footer Placeholder 5"/>
          <p:cNvSpPr>
            <a:spLocks noGrp="1"/>
          </p:cNvSpPr>
          <p:nvPr>
            <p:ph type="ftr" sz="quarter" idx="11"/>
          </p:nvPr>
        </p:nvSpPr>
        <p:spPr/>
        <p:txBody>
          <a:bodyPr/>
          <a:lstStyle/>
          <a:p>
            <a:r>
              <a:rPr lang="vi-VN"/>
              <a:t>Giới thiệu Đại học Cần Thơ</a:t>
            </a:r>
          </a:p>
        </p:txBody>
      </p:sp>
      <p:sp>
        <p:nvSpPr>
          <p:cNvPr id="7" name="Slide Number Placeholder 6"/>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4129019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48E502-1F22-4E42-8293-83EB2738F3A2}" type="datetime1">
              <a:rPr lang="vi-VN" smtClean="0"/>
              <a:t>08/10/2026</a:t>
            </a:fld>
            <a:endParaRPr lang="vi-VN"/>
          </a:p>
        </p:txBody>
      </p:sp>
      <p:sp>
        <p:nvSpPr>
          <p:cNvPr id="6" name="Footer Placeholder 5"/>
          <p:cNvSpPr>
            <a:spLocks noGrp="1"/>
          </p:cNvSpPr>
          <p:nvPr>
            <p:ph type="ftr" sz="quarter" idx="11"/>
          </p:nvPr>
        </p:nvSpPr>
        <p:spPr/>
        <p:txBody>
          <a:bodyPr/>
          <a:lstStyle/>
          <a:p>
            <a:r>
              <a:rPr lang="vi-VN"/>
              <a:t>Giới thiệu Đại học Cần Thơ</a:t>
            </a:r>
          </a:p>
        </p:txBody>
      </p:sp>
      <p:sp>
        <p:nvSpPr>
          <p:cNvPr id="7" name="Slide Number Placeholder 6"/>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1366646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CA7D11-CC9C-4944-8F0E-2E6F19DD48D0}" type="datetime1">
              <a:rPr lang="vi-VN" smtClean="0"/>
              <a:t>08/10/2026</a:t>
            </a:fld>
            <a:endParaRPr lang="vi-VN"/>
          </a:p>
        </p:txBody>
      </p:sp>
      <p:sp>
        <p:nvSpPr>
          <p:cNvPr id="6" name="Footer Placeholder 5"/>
          <p:cNvSpPr>
            <a:spLocks noGrp="1"/>
          </p:cNvSpPr>
          <p:nvPr>
            <p:ph type="ftr" sz="quarter" idx="11"/>
          </p:nvPr>
        </p:nvSpPr>
        <p:spPr/>
        <p:txBody>
          <a:bodyPr/>
          <a:lstStyle/>
          <a:p>
            <a:r>
              <a:rPr lang="vi-VN"/>
              <a:t>Giới thiệu Đại học Cần Thơ</a:t>
            </a:r>
          </a:p>
        </p:txBody>
      </p:sp>
      <p:sp>
        <p:nvSpPr>
          <p:cNvPr id="7" name="Slide Number Placeholder 6"/>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24691865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F2F846-8358-4093-A297-58A02E8C7860}" type="datetime1">
              <a:rPr lang="vi-VN" smtClean="0"/>
              <a:t>08/10/2026</a:t>
            </a:fld>
            <a:endParaRPr lang="vi-VN"/>
          </a:p>
        </p:txBody>
      </p:sp>
      <p:sp>
        <p:nvSpPr>
          <p:cNvPr id="6" name="Footer Placeholder 5"/>
          <p:cNvSpPr>
            <a:spLocks noGrp="1"/>
          </p:cNvSpPr>
          <p:nvPr>
            <p:ph type="ftr" sz="quarter" idx="11"/>
          </p:nvPr>
        </p:nvSpPr>
        <p:spPr/>
        <p:txBody>
          <a:bodyPr/>
          <a:lstStyle/>
          <a:p>
            <a:r>
              <a:rPr lang="vi-VN"/>
              <a:t>Giới thiệu Đại học Cần Thơ</a:t>
            </a:r>
          </a:p>
        </p:txBody>
      </p:sp>
      <p:sp>
        <p:nvSpPr>
          <p:cNvPr id="7" name="Slide Number Placeholder 6"/>
          <p:cNvSpPr>
            <a:spLocks noGrp="1"/>
          </p:cNvSpPr>
          <p:nvPr>
            <p:ph type="sldNum" sz="quarter" idx="12"/>
          </p:nvPr>
        </p:nvSpPr>
        <p:spPr/>
        <p:txBody>
          <a:bodyPr/>
          <a:lstStyle/>
          <a:p>
            <a:fld id="{967CD754-82FD-4BAE-B2EB-ECEFA41AEF96}" type="slidenum">
              <a:rPr lang="vi-VN" smtClean="0"/>
              <a:t>‹#›</a:t>
            </a:fld>
            <a:endParaRPr lang="vi-V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574638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5F89F1-ECEC-49D3-86B5-D7832EA43747}" type="datetime1">
              <a:rPr lang="vi-VN" smtClean="0"/>
              <a:t>08/10/2026</a:t>
            </a:fld>
            <a:endParaRPr lang="vi-VN"/>
          </a:p>
        </p:txBody>
      </p:sp>
      <p:sp>
        <p:nvSpPr>
          <p:cNvPr id="6" name="Footer Placeholder 5"/>
          <p:cNvSpPr>
            <a:spLocks noGrp="1"/>
          </p:cNvSpPr>
          <p:nvPr>
            <p:ph type="ftr" sz="quarter" idx="11"/>
          </p:nvPr>
        </p:nvSpPr>
        <p:spPr/>
        <p:txBody>
          <a:bodyPr/>
          <a:lstStyle/>
          <a:p>
            <a:r>
              <a:rPr lang="vi-VN"/>
              <a:t>Giới thiệu Đại học Cần Thơ</a:t>
            </a:r>
          </a:p>
        </p:txBody>
      </p:sp>
      <p:sp>
        <p:nvSpPr>
          <p:cNvPr id="7" name="Slide Number Placeholder 6"/>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19108716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18572A4-52BC-4F8C-ADF5-F072BDF67105}" type="datetime1">
              <a:rPr lang="vi-VN" smtClean="0"/>
              <a:t>08/10/2026</a:t>
            </a:fld>
            <a:endParaRPr lang="vi-VN"/>
          </a:p>
        </p:txBody>
      </p:sp>
      <p:sp>
        <p:nvSpPr>
          <p:cNvPr id="4" name="Footer Placeholder 3"/>
          <p:cNvSpPr>
            <a:spLocks noGrp="1"/>
          </p:cNvSpPr>
          <p:nvPr>
            <p:ph type="ftr" sz="quarter" idx="11"/>
          </p:nvPr>
        </p:nvSpPr>
        <p:spPr/>
        <p:txBody>
          <a:bodyPr/>
          <a:lstStyle/>
          <a:p>
            <a:r>
              <a:rPr lang="vi-VN"/>
              <a:t>Giới thiệu Đại học Cần Thơ</a:t>
            </a:r>
          </a:p>
        </p:txBody>
      </p:sp>
      <p:sp>
        <p:nvSpPr>
          <p:cNvPr id="5" name="Slide Number Placeholder 4"/>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41473469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A5FC7F0-6C83-43C0-88DB-A312F7274FBB}" type="datetime1">
              <a:rPr lang="vi-VN" smtClean="0"/>
              <a:t>08/10/2026</a:t>
            </a:fld>
            <a:endParaRPr lang="vi-VN"/>
          </a:p>
        </p:txBody>
      </p:sp>
      <p:sp>
        <p:nvSpPr>
          <p:cNvPr id="4" name="Footer Placeholder 3"/>
          <p:cNvSpPr>
            <a:spLocks noGrp="1"/>
          </p:cNvSpPr>
          <p:nvPr>
            <p:ph type="ftr" sz="quarter" idx="11"/>
          </p:nvPr>
        </p:nvSpPr>
        <p:spPr/>
        <p:txBody>
          <a:bodyPr/>
          <a:lstStyle/>
          <a:p>
            <a:r>
              <a:rPr lang="vi-VN"/>
              <a:t>Giới thiệu Đại học Cần Thơ</a:t>
            </a:r>
          </a:p>
        </p:txBody>
      </p:sp>
      <p:sp>
        <p:nvSpPr>
          <p:cNvPr id="5" name="Slide Number Placeholder 4"/>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109098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A9B33-7643-439F-9F8E-0D37F5FA5136}" type="datetime1">
              <a:rPr lang="vi-VN" smtClean="0"/>
              <a:t>08/10/2026</a:t>
            </a:fld>
            <a:endParaRPr lang="vi-VN"/>
          </a:p>
        </p:txBody>
      </p:sp>
      <p:sp>
        <p:nvSpPr>
          <p:cNvPr id="5" name="Footer Placeholder 4"/>
          <p:cNvSpPr>
            <a:spLocks noGrp="1"/>
          </p:cNvSpPr>
          <p:nvPr>
            <p:ph type="ftr" sz="quarter" idx="11"/>
          </p:nvPr>
        </p:nvSpPr>
        <p:spPr/>
        <p:txBody>
          <a:bodyPr/>
          <a:lstStyle/>
          <a:p>
            <a:r>
              <a:rPr lang="vi-VN"/>
              <a:t>Giới thiệu Đại học Cần Thơ</a:t>
            </a:r>
          </a:p>
        </p:txBody>
      </p:sp>
      <p:sp>
        <p:nvSpPr>
          <p:cNvPr id="6" name="Slide Number Placeholder 5"/>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37016173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AF2034-EBD6-431A-875D-48D0090177B0}" type="datetime1">
              <a:rPr lang="vi-VN" smtClean="0"/>
              <a:t>08/10/2026</a:t>
            </a:fld>
            <a:endParaRPr lang="vi-VN"/>
          </a:p>
        </p:txBody>
      </p:sp>
      <p:sp>
        <p:nvSpPr>
          <p:cNvPr id="5" name="Footer Placeholder 4"/>
          <p:cNvSpPr>
            <a:spLocks noGrp="1"/>
          </p:cNvSpPr>
          <p:nvPr>
            <p:ph type="ftr" sz="quarter" idx="11"/>
          </p:nvPr>
        </p:nvSpPr>
        <p:spPr/>
        <p:txBody>
          <a:bodyPr/>
          <a:lstStyle/>
          <a:p>
            <a:r>
              <a:rPr lang="vi-VN"/>
              <a:t>Giới thiệu Đại học Cần Thơ</a:t>
            </a:r>
          </a:p>
        </p:txBody>
      </p:sp>
      <p:sp>
        <p:nvSpPr>
          <p:cNvPr id="6" name="Slide Number Placeholder 5"/>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37647263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22484-A463-40A0-97B4-AA1CD9DBB3FB}"/>
              </a:ext>
            </a:extLst>
          </p:cNvPr>
          <p:cNvSpPr>
            <a:spLocks noGrp="1"/>
          </p:cNvSpPr>
          <p:nvPr>
            <p:ph type="title"/>
          </p:nvPr>
        </p:nvSpPr>
        <p:spPr/>
        <p:txBody>
          <a:bodyPr/>
          <a:lstStyle>
            <a:lvl1pPr>
              <a:defRPr/>
            </a:lvl1pPr>
          </a:lstStyle>
          <a:p>
            <a:endParaRPr lang="vi-VN" dirty="0"/>
          </a:p>
        </p:txBody>
      </p:sp>
      <p:sp>
        <p:nvSpPr>
          <p:cNvPr id="3" name="Content Placeholder 2">
            <a:extLst>
              <a:ext uri="{FF2B5EF4-FFF2-40B4-BE49-F238E27FC236}">
                <a16:creationId xmlns:a16="http://schemas.microsoft.com/office/drawing/2014/main" id="{85CE3457-5793-4365-A6DB-6307501C9321}"/>
              </a:ext>
            </a:extLst>
          </p:cNvPr>
          <p:cNvSpPr>
            <a:spLocks noGrp="1"/>
          </p:cNvSpPr>
          <p:nvPr>
            <p:ph idx="1" hasCustomPrompt="1"/>
          </p:nvPr>
        </p:nvSpPr>
        <p:spPr/>
        <p:txBody>
          <a:bodyPr/>
          <a:lstStyle>
            <a:lvl1pPr>
              <a:defRPr/>
            </a:lvl1pPr>
          </a:lstStyle>
          <a:p>
            <a:pPr lvl="1"/>
            <a:r>
              <a:rPr lang="en-US" dirty="0"/>
              <a:t>Second level</a:t>
            </a:r>
          </a:p>
          <a:p>
            <a:pPr lvl="2"/>
            <a:r>
              <a:rPr lang="en-US" dirty="0"/>
              <a:t>Third level</a:t>
            </a:r>
          </a:p>
          <a:p>
            <a:pPr lvl="3"/>
            <a:r>
              <a:rPr lang="en-US" dirty="0"/>
              <a:t>Fourth level</a:t>
            </a:r>
          </a:p>
          <a:p>
            <a:pPr lvl="4"/>
            <a:r>
              <a:rPr lang="en-US" dirty="0"/>
              <a:t>Fifth level</a:t>
            </a:r>
            <a:endParaRPr lang="vi-VN" dirty="0"/>
          </a:p>
        </p:txBody>
      </p:sp>
      <p:sp>
        <p:nvSpPr>
          <p:cNvPr id="4" name="Date Placeholder 3">
            <a:extLst>
              <a:ext uri="{FF2B5EF4-FFF2-40B4-BE49-F238E27FC236}">
                <a16:creationId xmlns:a16="http://schemas.microsoft.com/office/drawing/2014/main" id="{BA258D07-EDEC-43C8-8FF6-A07A77981B4F}"/>
              </a:ext>
            </a:extLst>
          </p:cNvPr>
          <p:cNvSpPr>
            <a:spLocks noGrp="1"/>
          </p:cNvSpPr>
          <p:nvPr>
            <p:ph type="dt" sz="half" idx="10"/>
          </p:nvPr>
        </p:nvSpPr>
        <p:spPr/>
        <p:txBody>
          <a:bodyPr/>
          <a:lstStyle/>
          <a:p>
            <a:fld id="{5B2FDB04-6049-4283-B29B-8D2060039F33}" type="datetime1">
              <a:rPr lang="vi-VN" smtClean="0"/>
              <a:t>08/10/2026</a:t>
            </a:fld>
            <a:endParaRPr lang="vi-VN"/>
          </a:p>
        </p:txBody>
      </p:sp>
      <p:sp>
        <p:nvSpPr>
          <p:cNvPr id="5" name="Footer Placeholder 4">
            <a:extLst>
              <a:ext uri="{FF2B5EF4-FFF2-40B4-BE49-F238E27FC236}">
                <a16:creationId xmlns:a16="http://schemas.microsoft.com/office/drawing/2014/main" id="{18FFE981-788E-4553-9FDC-9D2BDB26C69A}"/>
              </a:ext>
            </a:extLst>
          </p:cNvPr>
          <p:cNvSpPr>
            <a:spLocks noGrp="1"/>
          </p:cNvSpPr>
          <p:nvPr>
            <p:ph type="ftr" sz="quarter" idx="11"/>
          </p:nvPr>
        </p:nvSpPr>
        <p:spPr/>
        <p:txBody>
          <a:bodyPr/>
          <a:lstStyle/>
          <a:p>
            <a:r>
              <a:rPr lang="vi-VN"/>
              <a:t>Giới thiệu Đại học Cần Thơ</a:t>
            </a:r>
          </a:p>
        </p:txBody>
      </p:sp>
      <p:sp>
        <p:nvSpPr>
          <p:cNvPr id="6" name="Slide Number Placeholder 5">
            <a:extLst>
              <a:ext uri="{FF2B5EF4-FFF2-40B4-BE49-F238E27FC236}">
                <a16:creationId xmlns:a16="http://schemas.microsoft.com/office/drawing/2014/main" id="{5C62FBD0-658D-40A7-A05E-51EFD835ACC4}"/>
              </a:ext>
            </a:extLst>
          </p:cNvPr>
          <p:cNvSpPr>
            <a:spLocks noGrp="1"/>
          </p:cNvSpPr>
          <p:nvPr>
            <p:ph type="sldNum" sz="quarter" idx="12"/>
          </p:nvPr>
        </p:nvSpPr>
        <p:spPr/>
        <p:txBody>
          <a:bodyPr/>
          <a:lstStyle/>
          <a:p>
            <a:fld id="{967CD754-82FD-4BAE-B2EB-ECEFA41AEF96}" type="slidenum">
              <a:rPr lang="vi-VN" smtClean="0"/>
              <a:t>‹#›</a:t>
            </a:fld>
            <a:endParaRPr lang="vi-VN"/>
          </a:p>
        </p:txBody>
      </p:sp>
    </p:spTree>
    <p:extLst>
      <p:ext uri="{BB962C8B-B14F-4D97-AF65-F5344CB8AC3E}">
        <p14:creationId xmlns:p14="http://schemas.microsoft.com/office/powerpoint/2010/main" val="2690708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9212430" y="79848"/>
            <a:ext cx="2215223" cy="124606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BE946788-8C63-400C-A6EF-176FF35E7C08}" type="datetime1">
              <a:rPr lang="vi-VN" smtClean="0"/>
              <a:t>08/10/2026</a:t>
            </a:fld>
            <a:endParaRPr lang="vi-V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800" b="1">
                <a:solidFill>
                  <a:schemeClr val="tx1"/>
                </a:solidFill>
                <a:latin typeface="+mj-lt"/>
              </a:defRPr>
            </a:lvl1pPr>
          </a:lstStyle>
          <a:p>
            <a:r>
              <a:rPr lang="vi-VN" dirty="0"/>
              <a:t>Giới thiệu Đại học Cần Thơ</a:t>
            </a:r>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967CD754-82FD-4BAE-B2EB-ECEFA41AEF96}" type="slidenum">
              <a:rPr lang="vi-VN" smtClean="0"/>
              <a:t>‹#›</a:t>
            </a:fld>
            <a:endParaRPr lang="vi-VN"/>
          </a:p>
        </p:txBody>
      </p:sp>
      <p:pic>
        <p:nvPicPr>
          <p:cNvPr id="7" name="Picture 2" descr="Logo chính thức trường Đại học Cần Thơ">
            <a:extLst>
              <a:ext uri="{FF2B5EF4-FFF2-40B4-BE49-F238E27FC236}">
                <a16:creationId xmlns:a16="http://schemas.microsoft.com/office/drawing/2014/main" id="{140809CE-6DB4-4DCC-9501-2C22A4D5887A}"/>
              </a:ext>
            </a:extLst>
          </p:cNvPr>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10632535" y="79847"/>
            <a:ext cx="1246351" cy="1246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4103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hdr="0" dt="0"/>
  <p:txStyles>
    <p:titleStyle>
      <a:lvl1pPr algn="ctr" defTabSz="914400" rtl="0" eaLnBrk="1" latinLnBrk="0" hangingPunct="1">
        <a:lnSpc>
          <a:spcPct val="90000"/>
        </a:lnSpc>
        <a:spcBef>
          <a:spcPct val="0"/>
        </a:spcBef>
        <a:buNone/>
        <a:defRPr sz="3200" b="1" kern="1200" cap="all" baseline="0">
          <a:solidFill>
            <a:schemeClr val="tx1"/>
          </a:solidFill>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3200" kern="1200" cap="all" baseline="0">
          <a:solidFill>
            <a:schemeClr val="tx1"/>
          </a:solidFill>
          <a:effectLst/>
          <a:latin typeface="Times New Roman" panose="02020603050405020304" pitchFamily="18" charset="0"/>
          <a:ea typeface="+mn-ea"/>
          <a:cs typeface="Times New Roman" panose="02020603050405020304" pitchFamily="18" charset="0"/>
        </a:defRPr>
      </a:lvl1pPr>
      <a:lvl2pPr marL="914400" indent="-457200" algn="l" defTabSz="914400" rtl="0" eaLnBrk="1" latinLnBrk="0" hangingPunct="1">
        <a:lnSpc>
          <a:spcPct val="120000"/>
        </a:lnSpc>
        <a:spcBef>
          <a:spcPts val="500"/>
        </a:spcBef>
        <a:buClr>
          <a:schemeClr val="tx1"/>
        </a:buClr>
        <a:buFont typeface="Times New Roman" panose="02020603050405020304" pitchFamily="18" charset="0"/>
        <a:buChar char="-"/>
        <a:defRPr sz="2800" kern="1200" cap="all" baseline="0">
          <a:solidFill>
            <a:schemeClr val="tx1"/>
          </a:solidFill>
          <a:effectLst/>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120000"/>
        </a:lnSpc>
        <a:spcBef>
          <a:spcPts val="500"/>
        </a:spcBef>
        <a:buClr>
          <a:schemeClr val="tx1"/>
        </a:buClr>
        <a:buFont typeface="Times New Roman" panose="02020603050405020304" pitchFamily="18" charset="0"/>
        <a:buChar char="+"/>
        <a:defRPr sz="2400" kern="1200" cap="all" baseline="0">
          <a:solidFill>
            <a:schemeClr val="tx1"/>
          </a:solidFill>
          <a:effectLst/>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120000"/>
        </a:lnSpc>
        <a:spcBef>
          <a:spcPts val="500"/>
        </a:spcBef>
        <a:buClr>
          <a:schemeClr val="tx1"/>
        </a:buClr>
        <a:buFont typeface="Times New Roman" panose="02020603050405020304" pitchFamily="18" charset="0"/>
        <a:buChar char="⁃"/>
        <a:defRPr sz="2200" kern="1200" cap="all" baseline="0">
          <a:solidFill>
            <a:schemeClr val="tx1"/>
          </a:solidFill>
          <a:effectLst/>
          <a:latin typeface="Times New Roman" panose="02020603050405020304" pitchFamily="18" charset="0"/>
          <a:ea typeface="+mn-ea"/>
          <a:cs typeface="Times New Roman" panose="02020603050405020304" pitchFamily="18" charset="0"/>
        </a:defRPr>
      </a:lvl4pPr>
      <a:lvl5pPr marL="2171700" indent="-342900" algn="l" defTabSz="914400" rtl="0" eaLnBrk="1" latinLnBrk="0" hangingPunct="1">
        <a:lnSpc>
          <a:spcPct val="120000"/>
        </a:lnSpc>
        <a:spcBef>
          <a:spcPts val="500"/>
        </a:spcBef>
        <a:buClr>
          <a:srgbClr val="00B0F0"/>
        </a:buClr>
        <a:buFont typeface="Wingdings" panose="05000000000000000000" pitchFamily="2" charset="2"/>
        <a:buChar char="ü"/>
        <a:defRPr sz="2000" kern="1200" cap="all" baseline="0">
          <a:solidFill>
            <a:schemeClr val="tx1"/>
          </a:solidFill>
          <a:effectLst/>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hyperlink" Target="http://ctu.edu.vn/" TargetMode="Externa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3103E-1F17-4218-B5A9-93D9E4B24261}"/>
              </a:ext>
            </a:extLst>
          </p:cNvPr>
          <p:cNvSpPr>
            <a:spLocks noGrp="1"/>
          </p:cNvSpPr>
          <p:nvPr>
            <p:ph type="ctrTitle"/>
          </p:nvPr>
        </p:nvSpPr>
        <p:spPr/>
        <p:txBody>
          <a:bodyPr>
            <a:normAutofit/>
          </a:bodyPr>
          <a:lstStyle/>
          <a:p>
            <a:r>
              <a:rPr lang="vi-VN" sz="5400" dirty="0"/>
              <a:t>ĐẠI HỌC CẦN THƠ - QUÁ TRÌNH HÌNH THÀNH VÀ PHÁT TRIỂN</a:t>
            </a:r>
            <a:endParaRPr lang="vi-VN" sz="5000" b="1" dirty="0">
              <a:solidFill>
                <a:srgbClr val="996633"/>
              </a:solidFill>
              <a:latin typeface="Times New Roman" panose="02020603050405020304" pitchFamily="18" charset="0"/>
            </a:endParaRPr>
          </a:p>
        </p:txBody>
      </p:sp>
      <p:sp>
        <p:nvSpPr>
          <p:cNvPr id="3" name="Subtitle 2">
            <a:extLst>
              <a:ext uri="{FF2B5EF4-FFF2-40B4-BE49-F238E27FC236}">
                <a16:creationId xmlns:a16="http://schemas.microsoft.com/office/drawing/2014/main" id="{33FFE3D6-5743-4DDA-A7E3-382A172CCB5F}"/>
              </a:ext>
            </a:extLst>
          </p:cNvPr>
          <p:cNvSpPr>
            <a:spLocks noGrp="1"/>
          </p:cNvSpPr>
          <p:nvPr>
            <p:ph type="subTitle" idx="1"/>
          </p:nvPr>
        </p:nvSpPr>
        <p:spPr/>
        <p:txBody>
          <a:bodyPr>
            <a:normAutofit/>
          </a:bodyPr>
          <a:lstStyle/>
          <a:p>
            <a:r>
              <a:rPr lang="en-US" sz="3200" b="1" dirty="0" err="1">
                <a:solidFill>
                  <a:srgbClr val="000000"/>
                </a:solidFill>
                <a:latin typeface="Times New Roman" panose="02020603050405020304" pitchFamily="18" charset="0"/>
              </a:rPr>
              <a:t>ThS</a:t>
            </a:r>
            <a:r>
              <a:rPr lang="en-US" sz="3200" b="1" dirty="0">
                <a:solidFill>
                  <a:srgbClr val="000000"/>
                </a:solidFill>
                <a:latin typeface="Times New Roman" panose="02020603050405020304" pitchFamily="18" charset="0"/>
              </a:rPr>
              <a:t>. </a:t>
            </a:r>
            <a:r>
              <a:rPr lang="en-US" sz="3200" b="1" dirty="0" err="1">
                <a:solidFill>
                  <a:srgbClr val="000000"/>
                </a:solidFill>
                <a:latin typeface="Times New Roman" panose="02020603050405020304" pitchFamily="18" charset="0"/>
              </a:rPr>
              <a:t>Nguyễn</a:t>
            </a:r>
            <a:r>
              <a:rPr lang="en-US" sz="3200" b="1" dirty="0">
                <a:solidFill>
                  <a:srgbClr val="000000"/>
                </a:solidFill>
                <a:latin typeface="Times New Roman" panose="02020603050405020304" pitchFamily="18" charset="0"/>
              </a:rPr>
              <a:t> </a:t>
            </a:r>
            <a:r>
              <a:rPr lang="en-US" sz="3200" b="1" dirty="0" err="1">
                <a:solidFill>
                  <a:srgbClr val="000000"/>
                </a:solidFill>
                <a:latin typeface="Times New Roman" panose="02020603050405020304" pitchFamily="18" charset="0"/>
              </a:rPr>
              <a:t>văn</a:t>
            </a:r>
            <a:r>
              <a:rPr lang="en-US" sz="3200" b="1" dirty="0">
                <a:solidFill>
                  <a:srgbClr val="000000"/>
                </a:solidFill>
                <a:latin typeface="Times New Roman" panose="02020603050405020304" pitchFamily="18" charset="0"/>
              </a:rPr>
              <a:t> a</a:t>
            </a:r>
          </a:p>
          <a:p>
            <a:endParaRPr lang="vi-VN" sz="3200" b="1" dirty="0">
              <a:solidFill>
                <a:srgbClr val="000000"/>
              </a:solidFill>
              <a:latin typeface="Times New Roman" panose="02020603050405020304" pitchFamily="18" charset="0"/>
            </a:endParaRPr>
          </a:p>
        </p:txBody>
      </p:sp>
      <p:sp>
        <p:nvSpPr>
          <p:cNvPr id="6" name="TextBox 5">
            <a:extLst>
              <a:ext uri="{FF2B5EF4-FFF2-40B4-BE49-F238E27FC236}">
                <a16:creationId xmlns:a16="http://schemas.microsoft.com/office/drawing/2014/main" id="{DED7697C-E9A0-4951-9ADC-B0BA6DF73B09}"/>
              </a:ext>
            </a:extLst>
          </p:cNvPr>
          <p:cNvSpPr txBox="1"/>
          <p:nvPr/>
        </p:nvSpPr>
        <p:spPr>
          <a:xfrm>
            <a:off x="5239110" y="5349875"/>
            <a:ext cx="6952890" cy="461665"/>
          </a:xfrm>
          <a:prstGeom prst="rect">
            <a:avLst/>
          </a:prstGeom>
          <a:noFill/>
        </p:spPr>
        <p:txBody>
          <a:bodyPr wrap="square" rtlCol="0">
            <a:spAutoFit/>
          </a:bodyPr>
          <a:lstStyle/>
          <a:p>
            <a:pPr algn="ctr"/>
            <a:r>
              <a:rPr lang="en-US" sz="2400" b="1" dirty="0" err="1">
                <a:latin typeface="Times New Roman" panose="02020603050405020304" pitchFamily="18" charset="0"/>
              </a:rPr>
              <a:t>Trích</a:t>
            </a:r>
            <a:r>
              <a:rPr lang="en-US" sz="2400" b="1" dirty="0">
                <a:latin typeface="Times New Roman" panose="02020603050405020304" pitchFamily="18" charset="0"/>
              </a:rPr>
              <a:t> </a:t>
            </a:r>
            <a:r>
              <a:rPr lang="en-US" sz="2400" b="1" dirty="0" err="1">
                <a:latin typeface="Times New Roman" panose="02020603050405020304" pitchFamily="18" charset="0"/>
              </a:rPr>
              <a:t>từ</a:t>
            </a:r>
            <a:r>
              <a:rPr lang="en-US" sz="2400" b="1" dirty="0">
                <a:latin typeface="Times New Roman" panose="02020603050405020304" pitchFamily="18" charset="0"/>
              </a:rPr>
              <a:t> </a:t>
            </a:r>
            <a:r>
              <a:rPr lang="en-US" sz="2400" b="1" dirty="0" err="1">
                <a:latin typeface="Times New Roman" panose="02020603050405020304" pitchFamily="18" charset="0"/>
              </a:rPr>
              <a:t>Tủ</a:t>
            </a:r>
            <a:r>
              <a:rPr lang="en-US" sz="2400" b="1" dirty="0">
                <a:latin typeface="Times New Roman" panose="02020603050405020304" pitchFamily="18" charset="0"/>
              </a:rPr>
              <a:t> </a:t>
            </a:r>
            <a:r>
              <a:rPr lang="en-US" sz="2400" b="1" dirty="0" err="1">
                <a:latin typeface="Times New Roman" panose="02020603050405020304" pitchFamily="18" charset="0"/>
              </a:rPr>
              <a:t>sách</a:t>
            </a:r>
            <a:r>
              <a:rPr lang="en-US" sz="2400" b="1" dirty="0">
                <a:latin typeface="Times New Roman" panose="02020603050405020304" pitchFamily="18" charset="0"/>
              </a:rPr>
              <a:t> Khoa </a:t>
            </a:r>
            <a:r>
              <a:rPr lang="en-US" sz="2400" b="1" dirty="0" err="1">
                <a:latin typeface="Times New Roman" panose="02020603050405020304" pitchFamily="18" charset="0"/>
              </a:rPr>
              <a:t>học</a:t>
            </a:r>
            <a:r>
              <a:rPr lang="en-US" sz="2400" b="1" dirty="0">
                <a:latin typeface="Times New Roman" panose="02020603050405020304" pitchFamily="18" charset="0"/>
              </a:rPr>
              <a:t> VLOS</a:t>
            </a:r>
            <a:endParaRPr lang="vi-VN" sz="2400" b="1" dirty="0">
              <a:latin typeface="Times New Roman" panose="02020603050405020304" pitchFamily="18" charset="0"/>
            </a:endParaRPr>
          </a:p>
        </p:txBody>
      </p:sp>
      <p:sp>
        <p:nvSpPr>
          <p:cNvPr id="4" name="Footer Placeholder 3">
            <a:extLst>
              <a:ext uri="{FF2B5EF4-FFF2-40B4-BE49-F238E27FC236}">
                <a16:creationId xmlns:a16="http://schemas.microsoft.com/office/drawing/2014/main" id="{45A2FAC2-03DB-4AB3-914C-40962670559F}"/>
              </a:ext>
            </a:extLst>
          </p:cNvPr>
          <p:cNvSpPr>
            <a:spLocks noGrp="1"/>
          </p:cNvSpPr>
          <p:nvPr>
            <p:ph type="ftr" sz="quarter" idx="11"/>
          </p:nvPr>
        </p:nvSpPr>
        <p:spPr/>
        <p:txBody>
          <a:bodyPr/>
          <a:lstStyle/>
          <a:p>
            <a:r>
              <a:rPr lang="vi-VN"/>
              <a:t>Giới thiệu Đại học Cần Thơ</a:t>
            </a:r>
            <a:endParaRPr lang="en-US" dirty="0"/>
          </a:p>
        </p:txBody>
      </p:sp>
      <p:sp>
        <p:nvSpPr>
          <p:cNvPr id="5" name="Slide Number Placeholder 4">
            <a:extLst>
              <a:ext uri="{FF2B5EF4-FFF2-40B4-BE49-F238E27FC236}">
                <a16:creationId xmlns:a16="http://schemas.microsoft.com/office/drawing/2014/main" id="{2E898FA3-E63F-4396-AE74-92AB057028C6}"/>
              </a:ext>
            </a:extLst>
          </p:cNvPr>
          <p:cNvSpPr>
            <a:spLocks noGrp="1"/>
          </p:cNvSpPr>
          <p:nvPr>
            <p:ph type="sldNum" sz="quarter" idx="12"/>
          </p:nvPr>
        </p:nvSpPr>
        <p:spPr/>
        <p:txBody>
          <a:bodyPr/>
          <a:lstStyle/>
          <a:p>
            <a:fld id="{6D22F896-40B5-4ADD-8801-0D06FADFA095}" type="slidenum">
              <a:rPr lang="en-US" smtClean="0"/>
              <a:t>1</a:t>
            </a:fld>
            <a:endParaRPr lang="en-US" dirty="0"/>
          </a:p>
        </p:txBody>
      </p:sp>
    </p:spTree>
    <p:extLst>
      <p:ext uri="{BB962C8B-B14F-4D97-AF65-F5344CB8AC3E}">
        <p14:creationId xmlns:p14="http://schemas.microsoft.com/office/powerpoint/2010/main" val="2971787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2CA82-F1C1-43BD-ACF9-9AA182D75E79}"/>
              </a:ext>
            </a:extLst>
          </p:cNvPr>
          <p:cNvSpPr>
            <a:spLocks noGrp="1"/>
          </p:cNvSpPr>
          <p:nvPr>
            <p:ph type="title"/>
          </p:nvPr>
        </p:nvSpPr>
        <p:spPr>
          <a:xfrm>
            <a:off x="838200" y="365125"/>
            <a:ext cx="11353800" cy="1653456"/>
          </a:xfrm>
        </p:spPr>
        <p:txBody>
          <a:bodyPr/>
          <a:lstStyle/>
          <a:p>
            <a:r>
              <a:rPr lang="vi-VN" dirty="0"/>
              <a:t>NỘI DUNG</a:t>
            </a:r>
          </a:p>
        </p:txBody>
      </p:sp>
      <p:sp>
        <p:nvSpPr>
          <p:cNvPr id="4" name="Footer Placeholder 3">
            <a:extLst>
              <a:ext uri="{FF2B5EF4-FFF2-40B4-BE49-F238E27FC236}">
                <a16:creationId xmlns:a16="http://schemas.microsoft.com/office/drawing/2014/main" id="{E9F4A8DE-A5B5-4CDB-BEF6-74AEE57AACDD}"/>
              </a:ext>
            </a:extLst>
          </p:cNvPr>
          <p:cNvSpPr>
            <a:spLocks noGrp="1"/>
          </p:cNvSpPr>
          <p:nvPr>
            <p:ph type="ftr" sz="quarter" idx="11"/>
          </p:nvPr>
        </p:nvSpPr>
        <p:spPr/>
        <p:txBody>
          <a:bodyPr/>
          <a:lstStyle/>
          <a:p>
            <a:r>
              <a:rPr lang="vi-VN"/>
              <a:t>Giới thiệu Đại học Cần Thơ</a:t>
            </a:r>
          </a:p>
        </p:txBody>
      </p:sp>
      <p:sp>
        <p:nvSpPr>
          <p:cNvPr id="5" name="Slide Number Placeholder 4">
            <a:extLst>
              <a:ext uri="{FF2B5EF4-FFF2-40B4-BE49-F238E27FC236}">
                <a16:creationId xmlns:a16="http://schemas.microsoft.com/office/drawing/2014/main" id="{00CD006B-AE5F-4256-92E0-18C301B47733}"/>
              </a:ext>
            </a:extLst>
          </p:cNvPr>
          <p:cNvSpPr>
            <a:spLocks noGrp="1"/>
          </p:cNvSpPr>
          <p:nvPr>
            <p:ph type="sldNum" sz="quarter" idx="12"/>
          </p:nvPr>
        </p:nvSpPr>
        <p:spPr/>
        <p:txBody>
          <a:bodyPr/>
          <a:lstStyle/>
          <a:p>
            <a:fld id="{967CD754-82FD-4BAE-B2EB-ECEFA41AEF96}" type="slidenum">
              <a:rPr lang="vi-VN" smtClean="0"/>
              <a:t>2</a:t>
            </a:fld>
            <a:endParaRPr lang="vi-VN"/>
          </a:p>
        </p:txBody>
      </p:sp>
      <p:sp>
        <p:nvSpPr>
          <p:cNvPr id="21" name="Content Placeholder 20">
            <a:extLst>
              <a:ext uri="{FF2B5EF4-FFF2-40B4-BE49-F238E27FC236}">
                <a16:creationId xmlns:a16="http://schemas.microsoft.com/office/drawing/2014/main" id="{0B28A220-BE48-404D-A4D9-54EBB1B833DE}"/>
              </a:ext>
            </a:extLst>
          </p:cNvPr>
          <p:cNvSpPr>
            <a:spLocks noGrp="1"/>
          </p:cNvSpPr>
          <p:nvPr>
            <p:ph idx="1"/>
          </p:nvPr>
        </p:nvSpPr>
        <p:spPr/>
        <p:txBody>
          <a:bodyPr/>
          <a:lstStyle/>
          <a:p>
            <a:pPr marL="0" indent="0">
              <a:buNone/>
            </a:pPr>
            <a:r>
              <a:rPr lang="vi-VN" dirty="0"/>
              <a:t>• THỜI KỲ VIỆN ĐẠI HỌC CẦN THƠ (1966 - 1975)</a:t>
            </a:r>
            <a:endParaRPr lang="en-US" dirty="0"/>
          </a:p>
          <a:p>
            <a:pPr marL="0" indent="0">
              <a:buNone/>
            </a:pPr>
            <a:r>
              <a:rPr lang="vi-VN" dirty="0"/>
              <a:t>• ĐHCT GIAI ĐOẠN SAU NĂM 1975</a:t>
            </a:r>
          </a:p>
        </p:txBody>
      </p:sp>
    </p:spTree>
    <p:extLst>
      <p:ext uri="{BB962C8B-B14F-4D97-AF65-F5344CB8AC3E}">
        <p14:creationId xmlns:p14="http://schemas.microsoft.com/office/powerpoint/2010/main" val="3182391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11C6F-7AAE-40BA-B052-67859747C1BC}"/>
              </a:ext>
            </a:extLst>
          </p:cNvPr>
          <p:cNvSpPr>
            <a:spLocks noGrp="1"/>
          </p:cNvSpPr>
          <p:nvPr>
            <p:ph type="title"/>
          </p:nvPr>
        </p:nvSpPr>
        <p:spPr>
          <a:xfrm>
            <a:off x="838200" y="500062"/>
            <a:ext cx="10515600" cy="1325563"/>
          </a:xfrm>
        </p:spPr>
        <p:txBody>
          <a:bodyPr/>
          <a:lstStyle/>
          <a:p>
            <a:r>
              <a:rPr lang="vi-VN" dirty="0"/>
              <a:t>THỜI KỲ VIỆN ĐẠI HỌC CẦN THƠ (1966 - 1975)</a:t>
            </a:r>
          </a:p>
        </p:txBody>
      </p:sp>
      <p:sp>
        <p:nvSpPr>
          <p:cNvPr id="3" name="Content Placeholder 2">
            <a:extLst>
              <a:ext uri="{FF2B5EF4-FFF2-40B4-BE49-F238E27FC236}">
                <a16:creationId xmlns:a16="http://schemas.microsoft.com/office/drawing/2014/main" id="{B029DF5B-7535-41BE-A4CA-726DF3B6D973}"/>
              </a:ext>
            </a:extLst>
          </p:cNvPr>
          <p:cNvSpPr>
            <a:spLocks noGrp="1"/>
          </p:cNvSpPr>
          <p:nvPr>
            <p:ph idx="1"/>
          </p:nvPr>
        </p:nvSpPr>
        <p:spPr/>
        <p:txBody>
          <a:bodyPr>
            <a:normAutofit lnSpcReduction="10000"/>
          </a:bodyPr>
          <a:lstStyle/>
          <a:p>
            <a:r>
              <a:rPr lang="vi-VN" dirty="0"/>
              <a:t>ĐƯỢC THÀNH LẬP NGÀY 31 THÁNG 03 NĂM 1966</a:t>
            </a:r>
            <a:endParaRPr lang="en-US" dirty="0"/>
          </a:p>
          <a:p>
            <a:r>
              <a:rPr lang="vi-VN" dirty="0"/>
              <a:t>VIỆN ĐẠI HỌC CẦN THƠ CÓ BỐN KHOA:</a:t>
            </a:r>
            <a:endParaRPr lang="en-US" dirty="0"/>
          </a:p>
          <a:p>
            <a:pPr lvl="1"/>
            <a:r>
              <a:rPr lang="en-US" dirty="0"/>
              <a:t> </a:t>
            </a:r>
            <a:r>
              <a:rPr lang="vi-VN" dirty="0"/>
              <a:t>KHOA HỌC	</a:t>
            </a:r>
            <a:endParaRPr lang="en-US" dirty="0"/>
          </a:p>
          <a:p>
            <a:pPr lvl="1"/>
            <a:r>
              <a:rPr lang="vi-VN" dirty="0"/>
              <a:t> LUẬT KHOA</a:t>
            </a:r>
            <a:endParaRPr lang="en-US" dirty="0"/>
          </a:p>
          <a:p>
            <a:pPr lvl="1"/>
            <a:r>
              <a:rPr lang="vi-VN" dirty="0"/>
              <a:t> KHOA HỌC XÃ HỘI, VĂN KHOA, SƯ PHẠM	</a:t>
            </a:r>
            <a:endParaRPr lang="en-US" dirty="0"/>
          </a:p>
          <a:p>
            <a:pPr lvl="1"/>
            <a:r>
              <a:rPr lang="vi-VN" dirty="0"/>
              <a:t> CAO ĐẲNG NÔNG NGHIỆP VÀ TRUNG TÂM SINH NGỮ</a:t>
            </a:r>
          </a:p>
        </p:txBody>
      </p:sp>
      <p:sp>
        <p:nvSpPr>
          <p:cNvPr id="4" name="Footer Placeholder 3">
            <a:extLst>
              <a:ext uri="{FF2B5EF4-FFF2-40B4-BE49-F238E27FC236}">
                <a16:creationId xmlns:a16="http://schemas.microsoft.com/office/drawing/2014/main" id="{B9BCDE0E-C116-4837-80D2-5C7C8B34B3D9}"/>
              </a:ext>
            </a:extLst>
          </p:cNvPr>
          <p:cNvSpPr>
            <a:spLocks noGrp="1"/>
          </p:cNvSpPr>
          <p:nvPr>
            <p:ph type="ftr" sz="quarter" idx="11"/>
          </p:nvPr>
        </p:nvSpPr>
        <p:spPr/>
        <p:txBody>
          <a:bodyPr/>
          <a:lstStyle/>
          <a:p>
            <a:r>
              <a:rPr lang="vi-VN"/>
              <a:t>Giới thiệu Đại học Cần Thơ</a:t>
            </a:r>
          </a:p>
        </p:txBody>
      </p:sp>
      <p:sp>
        <p:nvSpPr>
          <p:cNvPr id="5" name="Slide Number Placeholder 4">
            <a:extLst>
              <a:ext uri="{FF2B5EF4-FFF2-40B4-BE49-F238E27FC236}">
                <a16:creationId xmlns:a16="http://schemas.microsoft.com/office/drawing/2014/main" id="{356752F4-D608-4C47-8DEF-BF74361B222E}"/>
              </a:ext>
            </a:extLst>
          </p:cNvPr>
          <p:cNvSpPr>
            <a:spLocks noGrp="1"/>
          </p:cNvSpPr>
          <p:nvPr>
            <p:ph type="sldNum" sz="quarter" idx="12"/>
          </p:nvPr>
        </p:nvSpPr>
        <p:spPr/>
        <p:txBody>
          <a:bodyPr/>
          <a:lstStyle/>
          <a:p>
            <a:fld id="{967CD754-82FD-4BAE-B2EB-ECEFA41AEF96}" type="slidenum">
              <a:rPr lang="vi-VN" smtClean="0"/>
              <a:t>3</a:t>
            </a:fld>
            <a:endParaRPr lang="vi-VN"/>
          </a:p>
        </p:txBody>
      </p:sp>
    </p:spTree>
    <p:extLst>
      <p:ext uri="{BB962C8B-B14F-4D97-AF65-F5344CB8AC3E}">
        <p14:creationId xmlns:p14="http://schemas.microsoft.com/office/powerpoint/2010/main" val="33858972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D02BA-F4A0-4052-8281-C5D78D0B5AE0}"/>
              </a:ext>
            </a:extLst>
          </p:cNvPr>
          <p:cNvSpPr>
            <a:spLocks noGrp="1"/>
          </p:cNvSpPr>
          <p:nvPr>
            <p:ph type="title"/>
          </p:nvPr>
        </p:nvSpPr>
        <p:spPr>
          <a:xfrm>
            <a:off x="838200" y="500062"/>
            <a:ext cx="10515600" cy="1325563"/>
          </a:xfrm>
        </p:spPr>
        <p:txBody>
          <a:bodyPr/>
          <a:lstStyle/>
          <a:p>
            <a:r>
              <a:rPr lang="vi-VN" dirty="0"/>
              <a:t>THỜI KỲ VIỆN ĐẠI HỌC CẦN THƠ (1966 - 1975)</a:t>
            </a:r>
          </a:p>
        </p:txBody>
      </p:sp>
      <p:sp>
        <p:nvSpPr>
          <p:cNvPr id="3" name="Content Placeholder 2">
            <a:extLst>
              <a:ext uri="{FF2B5EF4-FFF2-40B4-BE49-F238E27FC236}">
                <a16:creationId xmlns:a16="http://schemas.microsoft.com/office/drawing/2014/main" id="{A41FE88E-B93F-404F-BE2A-C9BC49970B81}"/>
              </a:ext>
            </a:extLst>
          </p:cNvPr>
          <p:cNvSpPr>
            <a:spLocks noGrp="1"/>
          </p:cNvSpPr>
          <p:nvPr>
            <p:ph idx="1"/>
          </p:nvPr>
        </p:nvSpPr>
        <p:spPr/>
        <p:txBody>
          <a:bodyPr>
            <a:normAutofit lnSpcReduction="10000"/>
          </a:bodyPr>
          <a:lstStyle/>
          <a:p>
            <a:r>
              <a:rPr lang="en-US" dirty="0"/>
              <a:t> </a:t>
            </a:r>
            <a:r>
              <a:rPr lang="vi-VN" dirty="0"/>
              <a:t>CƠ SỞ VẬT CHẤT CỦA VIỆN ĐẠI HỌC CẦN THƠ TỌA LẠC TRÊN 4 ĐỊA ĐIỂM</a:t>
            </a:r>
            <a:endParaRPr lang="en-US" dirty="0"/>
          </a:p>
          <a:p>
            <a:pPr lvl="1"/>
            <a:r>
              <a:rPr lang="vi-VN" dirty="0"/>
              <a:t>TÒA VIỆN TRƯỜNG (SỐ 5, ĐẠI LỘ HOÀ BÌNH)KHU I (ĐƯỜNG 30/4)</a:t>
            </a:r>
            <a:endParaRPr lang="en-US" dirty="0"/>
          </a:p>
          <a:p>
            <a:pPr lvl="1"/>
            <a:r>
              <a:rPr lang="vi-VN" dirty="0"/>
              <a:t>KHU II: (ĐƯỜNG 3/2)</a:t>
            </a:r>
            <a:endParaRPr lang="en-US" dirty="0"/>
          </a:p>
          <a:p>
            <a:pPr lvl="1"/>
            <a:r>
              <a:rPr lang="vi-VN" dirty="0"/>
              <a:t>KHU III: (SỐ 1, LÝ TỰ TRỌNG)</a:t>
            </a:r>
          </a:p>
        </p:txBody>
      </p:sp>
      <p:sp>
        <p:nvSpPr>
          <p:cNvPr id="4" name="Footer Placeholder 3">
            <a:extLst>
              <a:ext uri="{FF2B5EF4-FFF2-40B4-BE49-F238E27FC236}">
                <a16:creationId xmlns:a16="http://schemas.microsoft.com/office/drawing/2014/main" id="{ACE0992D-43EB-45C8-8038-51800CC10F6E}"/>
              </a:ext>
            </a:extLst>
          </p:cNvPr>
          <p:cNvSpPr>
            <a:spLocks noGrp="1"/>
          </p:cNvSpPr>
          <p:nvPr>
            <p:ph type="ftr" sz="quarter" idx="11"/>
          </p:nvPr>
        </p:nvSpPr>
        <p:spPr/>
        <p:txBody>
          <a:bodyPr/>
          <a:lstStyle/>
          <a:p>
            <a:r>
              <a:rPr lang="vi-VN"/>
              <a:t>Giới thiệu Đại học Cần Thơ</a:t>
            </a:r>
          </a:p>
        </p:txBody>
      </p:sp>
      <p:sp>
        <p:nvSpPr>
          <p:cNvPr id="5" name="Slide Number Placeholder 4">
            <a:extLst>
              <a:ext uri="{FF2B5EF4-FFF2-40B4-BE49-F238E27FC236}">
                <a16:creationId xmlns:a16="http://schemas.microsoft.com/office/drawing/2014/main" id="{28B8157C-EF22-4D7D-B4AF-23AAEA166A2A}"/>
              </a:ext>
            </a:extLst>
          </p:cNvPr>
          <p:cNvSpPr>
            <a:spLocks noGrp="1"/>
          </p:cNvSpPr>
          <p:nvPr>
            <p:ph type="sldNum" sz="quarter" idx="12"/>
          </p:nvPr>
        </p:nvSpPr>
        <p:spPr/>
        <p:txBody>
          <a:bodyPr/>
          <a:lstStyle/>
          <a:p>
            <a:fld id="{967CD754-82FD-4BAE-B2EB-ECEFA41AEF96}" type="slidenum">
              <a:rPr lang="vi-VN" smtClean="0"/>
              <a:t>4</a:t>
            </a:fld>
            <a:endParaRPr lang="vi-VN"/>
          </a:p>
        </p:txBody>
      </p:sp>
    </p:spTree>
    <p:extLst>
      <p:ext uri="{BB962C8B-B14F-4D97-AF65-F5344CB8AC3E}">
        <p14:creationId xmlns:p14="http://schemas.microsoft.com/office/powerpoint/2010/main" val="3365734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8303C-0081-4C4C-861A-0F9160BD2326}"/>
              </a:ext>
            </a:extLst>
          </p:cNvPr>
          <p:cNvSpPr>
            <a:spLocks noGrp="1"/>
          </p:cNvSpPr>
          <p:nvPr>
            <p:ph type="title"/>
          </p:nvPr>
        </p:nvSpPr>
        <p:spPr>
          <a:xfrm>
            <a:off x="838200" y="500062"/>
            <a:ext cx="10515600" cy="1325563"/>
          </a:xfrm>
        </p:spPr>
        <p:txBody>
          <a:bodyPr/>
          <a:lstStyle/>
          <a:p>
            <a:r>
              <a:rPr lang="vi-VN" dirty="0"/>
              <a:t>ĐHCT GIAI ĐOẠN SAU NĂM 1975</a:t>
            </a:r>
          </a:p>
        </p:txBody>
      </p:sp>
      <p:sp>
        <p:nvSpPr>
          <p:cNvPr id="3" name="Content Placeholder 2">
            <a:extLst>
              <a:ext uri="{FF2B5EF4-FFF2-40B4-BE49-F238E27FC236}">
                <a16:creationId xmlns:a16="http://schemas.microsoft.com/office/drawing/2014/main" id="{C4E1C52E-301C-4B9D-B5AD-18786764679A}"/>
              </a:ext>
            </a:extLst>
          </p:cNvPr>
          <p:cNvSpPr>
            <a:spLocks noGrp="1"/>
          </p:cNvSpPr>
          <p:nvPr>
            <p:ph idx="1"/>
          </p:nvPr>
        </p:nvSpPr>
        <p:spPr/>
        <p:txBody>
          <a:bodyPr>
            <a:normAutofit fontScale="92500" lnSpcReduction="20000"/>
          </a:bodyPr>
          <a:lstStyle/>
          <a:p>
            <a:r>
              <a:rPr lang="vi-VN" dirty="0"/>
              <a:t>VIỆN ĐẠI HỌC CẦN THƠ ĐƯỢC ĐỔI THÀNH ĐHCT</a:t>
            </a:r>
            <a:endParaRPr lang="en-US" dirty="0"/>
          </a:p>
          <a:p>
            <a:r>
              <a:rPr lang="vi-VN" dirty="0"/>
              <a:t>CƠ CẤU ĐHCT HIỆN NAY</a:t>
            </a:r>
            <a:endParaRPr lang="en-US" dirty="0"/>
          </a:p>
          <a:p>
            <a:pPr lvl="1"/>
            <a:r>
              <a:rPr lang="vi-VN" dirty="0"/>
              <a:t>KHOA - VIỆNTRUNG TÂM </a:t>
            </a:r>
            <a:endParaRPr lang="en-US" dirty="0"/>
          </a:p>
          <a:p>
            <a:pPr lvl="1"/>
            <a:r>
              <a:rPr lang="vi-VN" dirty="0"/>
              <a:t>TRUNG TÂM</a:t>
            </a:r>
            <a:r>
              <a:rPr lang="en-US" dirty="0"/>
              <a:t> -</a:t>
            </a:r>
            <a:r>
              <a:rPr lang="vi-VN" dirty="0"/>
              <a:t> ĐÀO TẠO</a:t>
            </a:r>
            <a:endParaRPr lang="en-US" dirty="0"/>
          </a:p>
          <a:p>
            <a:pPr lvl="1"/>
            <a:r>
              <a:rPr lang="vi-VN" dirty="0"/>
              <a:t>PHÒNG BAN CHỨC NĂNG</a:t>
            </a:r>
            <a:endParaRPr lang="en-US" dirty="0"/>
          </a:p>
          <a:p>
            <a:pPr lvl="1"/>
            <a:r>
              <a:rPr lang="vi-VN" dirty="0"/>
              <a:t>ĐOÀN THỂ &amp; HỘI</a:t>
            </a:r>
            <a:br>
              <a:rPr lang="vi-VN" dirty="0"/>
            </a:br>
            <a:endParaRPr lang="vi-VN" dirty="0"/>
          </a:p>
        </p:txBody>
      </p:sp>
      <p:sp>
        <p:nvSpPr>
          <p:cNvPr id="4" name="Footer Placeholder 3">
            <a:extLst>
              <a:ext uri="{FF2B5EF4-FFF2-40B4-BE49-F238E27FC236}">
                <a16:creationId xmlns:a16="http://schemas.microsoft.com/office/drawing/2014/main" id="{16F57E38-5758-4C7F-8DE2-E68DDA233DA6}"/>
              </a:ext>
            </a:extLst>
          </p:cNvPr>
          <p:cNvSpPr>
            <a:spLocks noGrp="1"/>
          </p:cNvSpPr>
          <p:nvPr>
            <p:ph type="ftr" sz="quarter" idx="11"/>
          </p:nvPr>
        </p:nvSpPr>
        <p:spPr/>
        <p:txBody>
          <a:bodyPr/>
          <a:lstStyle/>
          <a:p>
            <a:r>
              <a:rPr lang="vi-VN"/>
              <a:t>Giới thiệu Đại học Cần Thơ</a:t>
            </a:r>
          </a:p>
        </p:txBody>
      </p:sp>
      <p:sp>
        <p:nvSpPr>
          <p:cNvPr id="5" name="Slide Number Placeholder 4">
            <a:extLst>
              <a:ext uri="{FF2B5EF4-FFF2-40B4-BE49-F238E27FC236}">
                <a16:creationId xmlns:a16="http://schemas.microsoft.com/office/drawing/2014/main" id="{D7CC281B-89BC-4740-8A93-B3543EEE8849}"/>
              </a:ext>
            </a:extLst>
          </p:cNvPr>
          <p:cNvSpPr>
            <a:spLocks noGrp="1"/>
          </p:cNvSpPr>
          <p:nvPr>
            <p:ph type="sldNum" sz="quarter" idx="12"/>
          </p:nvPr>
        </p:nvSpPr>
        <p:spPr/>
        <p:txBody>
          <a:bodyPr/>
          <a:lstStyle/>
          <a:p>
            <a:fld id="{967CD754-82FD-4BAE-B2EB-ECEFA41AEF96}" type="slidenum">
              <a:rPr lang="vi-VN" smtClean="0"/>
              <a:t>5</a:t>
            </a:fld>
            <a:endParaRPr lang="vi-VN"/>
          </a:p>
        </p:txBody>
      </p:sp>
    </p:spTree>
    <p:extLst>
      <p:ext uri="{BB962C8B-B14F-4D97-AF65-F5344CB8AC3E}">
        <p14:creationId xmlns:p14="http://schemas.microsoft.com/office/powerpoint/2010/main" val="3406545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8303C-0081-4C4C-861A-0F9160BD2326}"/>
              </a:ext>
            </a:extLst>
          </p:cNvPr>
          <p:cNvSpPr>
            <a:spLocks noGrp="1"/>
          </p:cNvSpPr>
          <p:nvPr>
            <p:ph type="title"/>
          </p:nvPr>
        </p:nvSpPr>
        <p:spPr>
          <a:xfrm>
            <a:off x="838200" y="500062"/>
            <a:ext cx="10515600" cy="1325563"/>
          </a:xfrm>
        </p:spPr>
        <p:txBody>
          <a:bodyPr/>
          <a:lstStyle/>
          <a:p>
            <a:r>
              <a:rPr lang="vi-VN" dirty="0"/>
              <a:t>ĐHCT GIAI ĐOẠN SAU NĂM 1975</a:t>
            </a:r>
          </a:p>
        </p:txBody>
      </p:sp>
      <p:sp>
        <p:nvSpPr>
          <p:cNvPr id="3" name="Content Placeholder 2">
            <a:extLst>
              <a:ext uri="{FF2B5EF4-FFF2-40B4-BE49-F238E27FC236}">
                <a16:creationId xmlns:a16="http://schemas.microsoft.com/office/drawing/2014/main" id="{C4E1C52E-301C-4B9D-B5AD-18786764679A}"/>
              </a:ext>
            </a:extLst>
          </p:cNvPr>
          <p:cNvSpPr>
            <a:spLocks noGrp="1"/>
          </p:cNvSpPr>
          <p:nvPr>
            <p:ph idx="1"/>
          </p:nvPr>
        </p:nvSpPr>
        <p:spPr/>
        <p:txBody>
          <a:bodyPr>
            <a:normAutofit fontScale="92500" lnSpcReduction="10000"/>
          </a:bodyPr>
          <a:lstStyle/>
          <a:p>
            <a:r>
              <a:rPr lang="vi-VN" dirty="0">
                <a:solidFill>
                  <a:srgbClr val="FF0000"/>
                </a:solidFill>
              </a:rPr>
              <a:t>KHOA KHOA HỌC TỰ NHIÊN</a:t>
            </a:r>
            <a:endParaRPr lang="en-US" dirty="0">
              <a:solidFill>
                <a:srgbClr val="FF0000"/>
              </a:solidFill>
            </a:endParaRPr>
          </a:p>
          <a:p>
            <a:pPr lvl="1"/>
            <a:r>
              <a:rPr lang="vi-VN" dirty="0"/>
              <a:t>NGÀY 14/1/1998, TRƯỜNG ĐHCT KHÁNH THÀNH KHOA KHOA HỌC</a:t>
            </a:r>
            <a:endParaRPr lang="en-US" dirty="0"/>
          </a:p>
          <a:p>
            <a:pPr lvl="1"/>
            <a:r>
              <a:rPr lang="vi-VN" dirty="0"/>
              <a:t>CƠ SỞ VẬT CHẤT</a:t>
            </a:r>
            <a:endParaRPr lang="en-US" dirty="0"/>
          </a:p>
          <a:p>
            <a:pPr lvl="2"/>
            <a:r>
              <a:rPr lang="vi-VN" dirty="0"/>
              <a:t>12 PHÒNG THÍ NGHIỆM (PTN) CHO SINH, HÓA, VẬT LÝ</a:t>
            </a:r>
            <a:endParaRPr lang="en-US" dirty="0"/>
          </a:p>
          <a:p>
            <a:pPr lvl="2"/>
            <a:r>
              <a:rPr lang="vi-VN" dirty="0"/>
              <a:t>06 PHÒNG MÁY TÍNH ĐƯỢC NỐI MẠNG VỚI NHAU</a:t>
            </a:r>
            <a:br>
              <a:rPr lang="vi-VN" dirty="0"/>
            </a:br>
            <a:endParaRPr lang="vi-VN" dirty="0"/>
          </a:p>
        </p:txBody>
      </p:sp>
      <p:sp>
        <p:nvSpPr>
          <p:cNvPr id="4" name="Footer Placeholder 3">
            <a:extLst>
              <a:ext uri="{FF2B5EF4-FFF2-40B4-BE49-F238E27FC236}">
                <a16:creationId xmlns:a16="http://schemas.microsoft.com/office/drawing/2014/main" id="{16F57E38-5758-4C7F-8DE2-E68DDA233DA6}"/>
              </a:ext>
            </a:extLst>
          </p:cNvPr>
          <p:cNvSpPr>
            <a:spLocks noGrp="1"/>
          </p:cNvSpPr>
          <p:nvPr>
            <p:ph type="ftr" sz="quarter" idx="11"/>
          </p:nvPr>
        </p:nvSpPr>
        <p:spPr/>
        <p:txBody>
          <a:bodyPr/>
          <a:lstStyle/>
          <a:p>
            <a:r>
              <a:rPr lang="vi-VN"/>
              <a:t>Giới thiệu Đại học Cần Thơ</a:t>
            </a:r>
          </a:p>
        </p:txBody>
      </p:sp>
      <p:sp>
        <p:nvSpPr>
          <p:cNvPr id="5" name="Slide Number Placeholder 4">
            <a:extLst>
              <a:ext uri="{FF2B5EF4-FFF2-40B4-BE49-F238E27FC236}">
                <a16:creationId xmlns:a16="http://schemas.microsoft.com/office/drawing/2014/main" id="{D7CC281B-89BC-4740-8A93-B3543EEE8849}"/>
              </a:ext>
            </a:extLst>
          </p:cNvPr>
          <p:cNvSpPr>
            <a:spLocks noGrp="1"/>
          </p:cNvSpPr>
          <p:nvPr>
            <p:ph type="sldNum" sz="quarter" idx="12"/>
          </p:nvPr>
        </p:nvSpPr>
        <p:spPr/>
        <p:txBody>
          <a:bodyPr/>
          <a:lstStyle/>
          <a:p>
            <a:fld id="{967CD754-82FD-4BAE-B2EB-ECEFA41AEF96}" type="slidenum">
              <a:rPr lang="vi-VN" smtClean="0"/>
              <a:t>6</a:t>
            </a:fld>
            <a:endParaRPr lang="vi-VN"/>
          </a:p>
        </p:txBody>
      </p:sp>
    </p:spTree>
    <p:extLst>
      <p:ext uri="{BB962C8B-B14F-4D97-AF65-F5344CB8AC3E}">
        <p14:creationId xmlns:p14="http://schemas.microsoft.com/office/powerpoint/2010/main" val="39050492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8303C-0081-4C4C-861A-0F9160BD2326}"/>
              </a:ext>
            </a:extLst>
          </p:cNvPr>
          <p:cNvSpPr>
            <a:spLocks noGrp="1"/>
          </p:cNvSpPr>
          <p:nvPr>
            <p:ph type="title"/>
          </p:nvPr>
        </p:nvSpPr>
        <p:spPr>
          <a:xfrm>
            <a:off x="838200" y="500062"/>
            <a:ext cx="10515600" cy="1325563"/>
          </a:xfrm>
        </p:spPr>
        <p:txBody>
          <a:bodyPr/>
          <a:lstStyle/>
          <a:p>
            <a:r>
              <a:rPr lang="vi-VN" dirty="0"/>
              <a:t>ĐHCT GIAI ĐOẠN SAU NĂM 1975</a:t>
            </a:r>
          </a:p>
        </p:txBody>
      </p:sp>
      <p:sp>
        <p:nvSpPr>
          <p:cNvPr id="3" name="Content Placeholder 2">
            <a:extLst>
              <a:ext uri="{FF2B5EF4-FFF2-40B4-BE49-F238E27FC236}">
                <a16:creationId xmlns:a16="http://schemas.microsoft.com/office/drawing/2014/main" id="{C4E1C52E-301C-4B9D-B5AD-18786764679A}"/>
              </a:ext>
            </a:extLst>
          </p:cNvPr>
          <p:cNvSpPr>
            <a:spLocks noGrp="1"/>
          </p:cNvSpPr>
          <p:nvPr>
            <p:ph idx="1"/>
          </p:nvPr>
        </p:nvSpPr>
        <p:spPr/>
        <p:txBody>
          <a:bodyPr>
            <a:normAutofit lnSpcReduction="10000"/>
          </a:bodyPr>
          <a:lstStyle/>
          <a:p>
            <a:r>
              <a:rPr lang="vi-VN" dirty="0">
                <a:solidFill>
                  <a:srgbClr val="FF0000"/>
                </a:solidFill>
              </a:rPr>
              <a:t>KHOA KHOA HỌC TỰ NHIÊN</a:t>
            </a:r>
            <a:endParaRPr lang="en-US" dirty="0">
              <a:solidFill>
                <a:srgbClr val="FF0000"/>
              </a:solidFill>
            </a:endParaRPr>
          </a:p>
          <a:p>
            <a:pPr lvl="1"/>
            <a:r>
              <a:rPr lang="vi-VN" dirty="0"/>
              <a:t>CƠ SỞ VẬT CHẤT</a:t>
            </a:r>
            <a:endParaRPr lang="en-US" dirty="0"/>
          </a:p>
          <a:p>
            <a:pPr lvl="2"/>
            <a:r>
              <a:rPr lang="vi-VN" dirty="0"/>
              <a:t>VP KHOA VÀ XƯỞNG SỬA </a:t>
            </a:r>
            <a:endParaRPr lang="en-US" dirty="0"/>
          </a:p>
          <a:p>
            <a:pPr lvl="2"/>
            <a:r>
              <a:rPr lang="vi-VN" dirty="0"/>
              <a:t>CHỮANĂM 2010, TRƯỜNG ĐÃ ĐẦU TƯ MỞ RỘNG KHU PTN CỦA KHOA</a:t>
            </a:r>
            <a:endParaRPr lang="en-US" dirty="0"/>
          </a:p>
          <a:p>
            <a:pPr lvl="2"/>
            <a:r>
              <a:rPr lang="vi-VN" dirty="0"/>
              <a:t>XÂY MỚI KHU NHÀ 3 TẦNG VỚI 22 PHÒNG</a:t>
            </a:r>
            <a:br>
              <a:rPr lang="vi-VN" dirty="0"/>
            </a:br>
            <a:endParaRPr lang="vi-VN" dirty="0"/>
          </a:p>
        </p:txBody>
      </p:sp>
      <p:sp>
        <p:nvSpPr>
          <p:cNvPr id="4" name="Footer Placeholder 3">
            <a:extLst>
              <a:ext uri="{FF2B5EF4-FFF2-40B4-BE49-F238E27FC236}">
                <a16:creationId xmlns:a16="http://schemas.microsoft.com/office/drawing/2014/main" id="{16F57E38-5758-4C7F-8DE2-E68DDA233DA6}"/>
              </a:ext>
            </a:extLst>
          </p:cNvPr>
          <p:cNvSpPr>
            <a:spLocks noGrp="1"/>
          </p:cNvSpPr>
          <p:nvPr>
            <p:ph type="ftr" sz="quarter" idx="11"/>
          </p:nvPr>
        </p:nvSpPr>
        <p:spPr/>
        <p:txBody>
          <a:bodyPr/>
          <a:lstStyle/>
          <a:p>
            <a:r>
              <a:rPr lang="vi-VN"/>
              <a:t>Giới thiệu Đại học Cần Thơ</a:t>
            </a:r>
          </a:p>
        </p:txBody>
      </p:sp>
      <p:sp>
        <p:nvSpPr>
          <p:cNvPr id="5" name="Slide Number Placeholder 4">
            <a:extLst>
              <a:ext uri="{FF2B5EF4-FFF2-40B4-BE49-F238E27FC236}">
                <a16:creationId xmlns:a16="http://schemas.microsoft.com/office/drawing/2014/main" id="{D7CC281B-89BC-4740-8A93-B3543EEE8849}"/>
              </a:ext>
            </a:extLst>
          </p:cNvPr>
          <p:cNvSpPr>
            <a:spLocks noGrp="1"/>
          </p:cNvSpPr>
          <p:nvPr>
            <p:ph type="sldNum" sz="quarter" idx="12"/>
          </p:nvPr>
        </p:nvSpPr>
        <p:spPr/>
        <p:txBody>
          <a:bodyPr/>
          <a:lstStyle/>
          <a:p>
            <a:fld id="{967CD754-82FD-4BAE-B2EB-ECEFA41AEF96}" type="slidenum">
              <a:rPr lang="vi-VN" smtClean="0"/>
              <a:t>7</a:t>
            </a:fld>
            <a:endParaRPr lang="vi-VN"/>
          </a:p>
        </p:txBody>
      </p:sp>
    </p:spTree>
    <p:extLst>
      <p:ext uri="{BB962C8B-B14F-4D97-AF65-F5344CB8AC3E}">
        <p14:creationId xmlns:p14="http://schemas.microsoft.com/office/powerpoint/2010/main" val="3930856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8303C-0081-4C4C-861A-0F9160BD2326}"/>
              </a:ext>
            </a:extLst>
          </p:cNvPr>
          <p:cNvSpPr>
            <a:spLocks noGrp="1"/>
          </p:cNvSpPr>
          <p:nvPr>
            <p:ph type="title"/>
          </p:nvPr>
        </p:nvSpPr>
        <p:spPr>
          <a:xfrm>
            <a:off x="838200" y="500062"/>
            <a:ext cx="10515600" cy="1325563"/>
          </a:xfrm>
        </p:spPr>
        <p:txBody>
          <a:bodyPr/>
          <a:lstStyle/>
          <a:p>
            <a:r>
              <a:rPr lang="vi-VN" dirty="0"/>
              <a:t>ĐHCT GIAI ĐOẠN SAU NĂM 1975</a:t>
            </a:r>
          </a:p>
        </p:txBody>
      </p:sp>
      <p:sp>
        <p:nvSpPr>
          <p:cNvPr id="3" name="Content Placeholder 2">
            <a:extLst>
              <a:ext uri="{FF2B5EF4-FFF2-40B4-BE49-F238E27FC236}">
                <a16:creationId xmlns:a16="http://schemas.microsoft.com/office/drawing/2014/main" id="{C4E1C52E-301C-4B9D-B5AD-18786764679A}"/>
              </a:ext>
            </a:extLst>
          </p:cNvPr>
          <p:cNvSpPr>
            <a:spLocks noGrp="1"/>
          </p:cNvSpPr>
          <p:nvPr>
            <p:ph idx="1"/>
          </p:nvPr>
        </p:nvSpPr>
        <p:spPr/>
        <p:txBody>
          <a:bodyPr>
            <a:normAutofit lnSpcReduction="10000"/>
          </a:bodyPr>
          <a:lstStyle/>
          <a:p>
            <a:r>
              <a:rPr lang="vi-VN" dirty="0">
                <a:solidFill>
                  <a:srgbClr val="FF0000"/>
                </a:solidFill>
              </a:rPr>
              <a:t>KHOA KHOA HỌC TỰ NHIÊN</a:t>
            </a:r>
            <a:endParaRPr lang="en-US" dirty="0">
              <a:solidFill>
                <a:srgbClr val="FF0000"/>
              </a:solidFill>
            </a:endParaRPr>
          </a:p>
          <a:p>
            <a:pPr lvl="1"/>
            <a:r>
              <a:rPr lang="vi-VN" dirty="0"/>
              <a:t>KHOA KHTN HIỆN NAY GỒM 04 BỘ MÔN</a:t>
            </a:r>
            <a:endParaRPr lang="en-US" dirty="0"/>
          </a:p>
          <a:p>
            <a:pPr lvl="2"/>
            <a:r>
              <a:rPr lang="vi-VN" dirty="0"/>
              <a:t>BỘ MÔN SINH HỌC</a:t>
            </a:r>
            <a:endParaRPr lang="en-US" dirty="0"/>
          </a:p>
          <a:p>
            <a:pPr lvl="2"/>
            <a:r>
              <a:rPr lang="vi-VN" dirty="0"/>
              <a:t>BỘ MÔN HÓA HỌC</a:t>
            </a:r>
            <a:endParaRPr lang="en-US" dirty="0"/>
          </a:p>
          <a:p>
            <a:pPr lvl="2"/>
            <a:r>
              <a:rPr lang="vi-VN" dirty="0"/>
              <a:t>BỘ MÔN TOÁN HỌC</a:t>
            </a:r>
            <a:endParaRPr lang="en-US" dirty="0"/>
          </a:p>
          <a:p>
            <a:pPr lvl="2"/>
            <a:r>
              <a:rPr lang="vi-VN" dirty="0"/>
              <a:t>BỘ MÔN VẬT LÝ</a:t>
            </a:r>
            <a:br>
              <a:rPr lang="vi-VN" dirty="0"/>
            </a:br>
            <a:endParaRPr lang="vi-VN" dirty="0"/>
          </a:p>
        </p:txBody>
      </p:sp>
      <p:sp>
        <p:nvSpPr>
          <p:cNvPr id="4" name="Footer Placeholder 3">
            <a:extLst>
              <a:ext uri="{FF2B5EF4-FFF2-40B4-BE49-F238E27FC236}">
                <a16:creationId xmlns:a16="http://schemas.microsoft.com/office/drawing/2014/main" id="{16F57E38-5758-4C7F-8DE2-E68DDA233DA6}"/>
              </a:ext>
            </a:extLst>
          </p:cNvPr>
          <p:cNvSpPr>
            <a:spLocks noGrp="1"/>
          </p:cNvSpPr>
          <p:nvPr>
            <p:ph type="ftr" sz="quarter" idx="11"/>
          </p:nvPr>
        </p:nvSpPr>
        <p:spPr/>
        <p:txBody>
          <a:bodyPr/>
          <a:lstStyle/>
          <a:p>
            <a:r>
              <a:rPr lang="vi-VN"/>
              <a:t>Giới thiệu Đại học Cần Thơ</a:t>
            </a:r>
          </a:p>
        </p:txBody>
      </p:sp>
      <p:sp>
        <p:nvSpPr>
          <p:cNvPr id="5" name="Slide Number Placeholder 4">
            <a:extLst>
              <a:ext uri="{FF2B5EF4-FFF2-40B4-BE49-F238E27FC236}">
                <a16:creationId xmlns:a16="http://schemas.microsoft.com/office/drawing/2014/main" id="{D7CC281B-89BC-4740-8A93-B3543EEE8849}"/>
              </a:ext>
            </a:extLst>
          </p:cNvPr>
          <p:cNvSpPr>
            <a:spLocks noGrp="1"/>
          </p:cNvSpPr>
          <p:nvPr>
            <p:ph type="sldNum" sz="quarter" idx="12"/>
          </p:nvPr>
        </p:nvSpPr>
        <p:spPr/>
        <p:txBody>
          <a:bodyPr/>
          <a:lstStyle/>
          <a:p>
            <a:fld id="{967CD754-82FD-4BAE-B2EB-ECEFA41AEF96}" type="slidenum">
              <a:rPr lang="vi-VN" smtClean="0"/>
              <a:t>8</a:t>
            </a:fld>
            <a:endParaRPr lang="vi-VN"/>
          </a:p>
        </p:txBody>
      </p:sp>
    </p:spTree>
    <p:extLst>
      <p:ext uri="{BB962C8B-B14F-4D97-AF65-F5344CB8AC3E}">
        <p14:creationId xmlns:p14="http://schemas.microsoft.com/office/powerpoint/2010/main" val="15910746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8303C-0081-4C4C-861A-0F9160BD2326}"/>
              </a:ext>
            </a:extLst>
          </p:cNvPr>
          <p:cNvSpPr>
            <a:spLocks noGrp="1"/>
          </p:cNvSpPr>
          <p:nvPr>
            <p:ph type="title"/>
          </p:nvPr>
        </p:nvSpPr>
        <p:spPr>
          <a:xfrm>
            <a:off x="838200" y="500062"/>
            <a:ext cx="10515600" cy="1325563"/>
          </a:xfrm>
        </p:spPr>
        <p:txBody>
          <a:bodyPr/>
          <a:lstStyle/>
          <a:p>
            <a:r>
              <a:rPr lang="vi-VN" dirty="0"/>
              <a:t>ĐHCT GIAI ĐOẠN SAU NĂM 1975</a:t>
            </a:r>
          </a:p>
        </p:txBody>
      </p:sp>
      <p:sp>
        <p:nvSpPr>
          <p:cNvPr id="3" name="Content Placeholder 2">
            <a:extLst>
              <a:ext uri="{FF2B5EF4-FFF2-40B4-BE49-F238E27FC236}">
                <a16:creationId xmlns:a16="http://schemas.microsoft.com/office/drawing/2014/main" id="{C4E1C52E-301C-4B9D-B5AD-18786764679A}"/>
              </a:ext>
            </a:extLst>
          </p:cNvPr>
          <p:cNvSpPr>
            <a:spLocks noGrp="1"/>
          </p:cNvSpPr>
          <p:nvPr>
            <p:ph idx="1"/>
          </p:nvPr>
        </p:nvSpPr>
        <p:spPr/>
        <p:txBody>
          <a:bodyPr>
            <a:normAutofit/>
          </a:bodyPr>
          <a:lstStyle/>
          <a:p>
            <a:r>
              <a:rPr lang="vi-VN" dirty="0">
                <a:solidFill>
                  <a:srgbClr val="FF0000"/>
                </a:solidFill>
              </a:rPr>
              <a:t>KHOA KHOA HỌC TỰ NHIÊN</a:t>
            </a:r>
            <a:endParaRPr lang="en-US" dirty="0">
              <a:solidFill>
                <a:srgbClr val="FF0000"/>
              </a:solidFill>
            </a:endParaRPr>
          </a:p>
          <a:p>
            <a:pPr lvl="1"/>
            <a:r>
              <a:rPr lang="en-US" dirty="0"/>
              <a:t>CÔNG TÁC ĐÀO TẠO</a:t>
            </a:r>
          </a:p>
          <a:p>
            <a:pPr lvl="2"/>
            <a:r>
              <a:rPr lang="vi-VN" dirty="0"/>
              <a:t>ĐẠI HỌC: .....</a:t>
            </a:r>
            <a:endParaRPr lang="en-US" dirty="0"/>
          </a:p>
          <a:p>
            <a:pPr lvl="2"/>
            <a:r>
              <a:rPr lang="vi-VN" dirty="0"/>
              <a:t>SĐH: ....</a:t>
            </a:r>
            <a:endParaRPr lang="en-US" dirty="0"/>
          </a:p>
          <a:p>
            <a:pPr lvl="1"/>
            <a:r>
              <a:rPr lang="vi-VN" dirty="0"/>
              <a:t>CÔNG TÁC NCKH, BÁO CÁO CHUYÊN ĐỀ: .....</a:t>
            </a:r>
            <a:endParaRPr lang="en-US" dirty="0"/>
          </a:p>
          <a:p>
            <a:pPr lvl="1"/>
            <a:r>
              <a:rPr lang="vi-VN" dirty="0"/>
              <a:t>CÔNG TÁC ĐÀO TẠO VÀ BỒI DƯỠNG CÁN BỘ: .....</a:t>
            </a:r>
            <a:endParaRPr lang="en-US" dirty="0"/>
          </a:p>
        </p:txBody>
      </p:sp>
      <p:sp>
        <p:nvSpPr>
          <p:cNvPr id="4" name="Footer Placeholder 3">
            <a:extLst>
              <a:ext uri="{FF2B5EF4-FFF2-40B4-BE49-F238E27FC236}">
                <a16:creationId xmlns:a16="http://schemas.microsoft.com/office/drawing/2014/main" id="{16F57E38-5758-4C7F-8DE2-E68DDA233DA6}"/>
              </a:ext>
            </a:extLst>
          </p:cNvPr>
          <p:cNvSpPr>
            <a:spLocks noGrp="1"/>
          </p:cNvSpPr>
          <p:nvPr>
            <p:ph type="ftr" sz="quarter" idx="11"/>
          </p:nvPr>
        </p:nvSpPr>
        <p:spPr/>
        <p:txBody>
          <a:bodyPr/>
          <a:lstStyle/>
          <a:p>
            <a:r>
              <a:rPr lang="vi-VN"/>
              <a:t>Giới thiệu Đại học Cần Thơ</a:t>
            </a:r>
          </a:p>
        </p:txBody>
      </p:sp>
      <p:sp>
        <p:nvSpPr>
          <p:cNvPr id="5" name="Slide Number Placeholder 4">
            <a:extLst>
              <a:ext uri="{FF2B5EF4-FFF2-40B4-BE49-F238E27FC236}">
                <a16:creationId xmlns:a16="http://schemas.microsoft.com/office/drawing/2014/main" id="{D7CC281B-89BC-4740-8A93-B3543EEE8849}"/>
              </a:ext>
            </a:extLst>
          </p:cNvPr>
          <p:cNvSpPr>
            <a:spLocks noGrp="1"/>
          </p:cNvSpPr>
          <p:nvPr>
            <p:ph type="sldNum" sz="quarter" idx="12"/>
          </p:nvPr>
        </p:nvSpPr>
        <p:spPr/>
        <p:txBody>
          <a:bodyPr/>
          <a:lstStyle/>
          <a:p>
            <a:fld id="{967CD754-82FD-4BAE-B2EB-ECEFA41AEF96}" type="slidenum">
              <a:rPr lang="vi-VN" smtClean="0"/>
              <a:t>9</a:t>
            </a:fld>
            <a:endParaRPr lang="vi-VN"/>
          </a:p>
        </p:txBody>
      </p:sp>
    </p:spTree>
    <p:extLst>
      <p:ext uri="{BB962C8B-B14F-4D97-AF65-F5344CB8AC3E}">
        <p14:creationId xmlns:p14="http://schemas.microsoft.com/office/powerpoint/2010/main" val="27820721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8303C-0081-4C4C-861A-0F9160BD2326}"/>
              </a:ext>
            </a:extLst>
          </p:cNvPr>
          <p:cNvSpPr>
            <a:spLocks noGrp="1"/>
          </p:cNvSpPr>
          <p:nvPr>
            <p:ph type="title"/>
          </p:nvPr>
        </p:nvSpPr>
        <p:spPr>
          <a:xfrm>
            <a:off x="838200" y="500062"/>
            <a:ext cx="10515600" cy="1325563"/>
          </a:xfrm>
        </p:spPr>
        <p:txBody>
          <a:bodyPr/>
          <a:lstStyle/>
          <a:p>
            <a:r>
              <a:rPr lang="vi-VN" dirty="0"/>
              <a:t>ĐHCT GIAI ĐOẠN SAU NĂM 1975</a:t>
            </a:r>
          </a:p>
        </p:txBody>
      </p:sp>
      <p:sp>
        <p:nvSpPr>
          <p:cNvPr id="3" name="Content Placeholder 2">
            <a:extLst>
              <a:ext uri="{FF2B5EF4-FFF2-40B4-BE49-F238E27FC236}">
                <a16:creationId xmlns:a16="http://schemas.microsoft.com/office/drawing/2014/main" id="{C4E1C52E-301C-4B9D-B5AD-18786764679A}"/>
              </a:ext>
            </a:extLst>
          </p:cNvPr>
          <p:cNvSpPr>
            <a:spLocks noGrp="1"/>
          </p:cNvSpPr>
          <p:nvPr>
            <p:ph idx="1"/>
          </p:nvPr>
        </p:nvSpPr>
        <p:spPr/>
        <p:txBody>
          <a:bodyPr>
            <a:normAutofit fontScale="92500"/>
          </a:bodyPr>
          <a:lstStyle/>
          <a:p>
            <a:r>
              <a:rPr lang="en-US" dirty="0">
                <a:solidFill>
                  <a:schemeClr val="accent1">
                    <a:lumMod val="75000"/>
                  </a:schemeClr>
                </a:solidFill>
                <a:hlinkClick r:id="rId2"/>
              </a:rPr>
              <a:t>KHOA CNTT &amp; TT</a:t>
            </a:r>
            <a:endParaRPr lang="en-US" dirty="0">
              <a:solidFill>
                <a:schemeClr val="accent1">
                  <a:lumMod val="75000"/>
                </a:schemeClr>
              </a:solidFill>
            </a:endParaRPr>
          </a:p>
          <a:p>
            <a:pPr lvl="1"/>
            <a:r>
              <a:rPr lang="vi-VN" dirty="0"/>
              <a:t>ĐƯỢC THÀNH LẬP NĂM 1994 TRÊN CƠ SỞ TRUNG TÂM ĐIỆN TỬ VÀ TIN HỌC</a:t>
            </a:r>
            <a:endParaRPr lang="en-US" dirty="0"/>
          </a:p>
          <a:p>
            <a:pPr lvl="1"/>
            <a:r>
              <a:rPr lang="vi-VN" dirty="0"/>
              <a:t>NHIỆM VỤ CỦA KHOA LÀ ĐÀO TẠO</a:t>
            </a:r>
            <a:endParaRPr lang="en-US" dirty="0"/>
          </a:p>
          <a:p>
            <a:pPr lvl="2"/>
            <a:r>
              <a:rPr lang="en-US" dirty="0"/>
              <a:t>ĐẠI HỌC VÀ SAU ĐẠI HỌC</a:t>
            </a:r>
          </a:p>
          <a:p>
            <a:pPr lvl="2"/>
            <a:r>
              <a:rPr lang="en-US" dirty="0"/>
              <a:t>NCKH VÀ CHUYỂN GIAO CÔNG NGHỆ TRONG LĨNH VỰC CNTT&amp;TT</a:t>
            </a:r>
          </a:p>
        </p:txBody>
      </p:sp>
      <p:sp>
        <p:nvSpPr>
          <p:cNvPr id="4" name="Footer Placeholder 3">
            <a:extLst>
              <a:ext uri="{FF2B5EF4-FFF2-40B4-BE49-F238E27FC236}">
                <a16:creationId xmlns:a16="http://schemas.microsoft.com/office/drawing/2014/main" id="{16F57E38-5758-4C7F-8DE2-E68DDA233DA6}"/>
              </a:ext>
            </a:extLst>
          </p:cNvPr>
          <p:cNvSpPr>
            <a:spLocks noGrp="1"/>
          </p:cNvSpPr>
          <p:nvPr>
            <p:ph type="ftr" sz="quarter" idx="11"/>
          </p:nvPr>
        </p:nvSpPr>
        <p:spPr/>
        <p:txBody>
          <a:bodyPr/>
          <a:lstStyle/>
          <a:p>
            <a:r>
              <a:rPr lang="vi-VN"/>
              <a:t>Giới thiệu Đại học Cần Thơ</a:t>
            </a:r>
          </a:p>
        </p:txBody>
      </p:sp>
      <p:sp>
        <p:nvSpPr>
          <p:cNvPr id="5" name="Slide Number Placeholder 4">
            <a:extLst>
              <a:ext uri="{FF2B5EF4-FFF2-40B4-BE49-F238E27FC236}">
                <a16:creationId xmlns:a16="http://schemas.microsoft.com/office/drawing/2014/main" id="{D7CC281B-89BC-4740-8A93-B3543EEE8849}"/>
              </a:ext>
            </a:extLst>
          </p:cNvPr>
          <p:cNvSpPr>
            <a:spLocks noGrp="1"/>
          </p:cNvSpPr>
          <p:nvPr>
            <p:ph type="sldNum" sz="quarter" idx="12"/>
          </p:nvPr>
        </p:nvSpPr>
        <p:spPr/>
        <p:txBody>
          <a:bodyPr/>
          <a:lstStyle/>
          <a:p>
            <a:fld id="{967CD754-82FD-4BAE-B2EB-ECEFA41AEF96}" type="slidenum">
              <a:rPr lang="vi-VN" smtClean="0"/>
              <a:t>10</a:t>
            </a:fld>
            <a:endParaRPr lang="vi-VN"/>
          </a:p>
        </p:txBody>
      </p:sp>
    </p:spTree>
    <p:extLst>
      <p:ext uri="{BB962C8B-B14F-4D97-AF65-F5344CB8AC3E}">
        <p14:creationId xmlns:p14="http://schemas.microsoft.com/office/powerpoint/2010/main" val="40426900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8303C-0081-4C4C-861A-0F9160BD2326}"/>
              </a:ext>
            </a:extLst>
          </p:cNvPr>
          <p:cNvSpPr>
            <a:spLocks noGrp="1"/>
          </p:cNvSpPr>
          <p:nvPr>
            <p:ph type="title"/>
          </p:nvPr>
        </p:nvSpPr>
        <p:spPr>
          <a:xfrm>
            <a:off x="838200" y="500062"/>
            <a:ext cx="10515600" cy="1325563"/>
          </a:xfrm>
        </p:spPr>
        <p:txBody>
          <a:bodyPr/>
          <a:lstStyle/>
          <a:p>
            <a:r>
              <a:rPr lang="vi-VN" dirty="0"/>
              <a:t>ĐHCT GIAI ĐOẠN SAU NĂM 1975</a:t>
            </a:r>
          </a:p>
        </p:txBody>
      </p:sp>
      <p:sp>
        <p:nvSpPr>
          <p:cNvPr id="3" name="Content Placeholder 2">
            <a:extLst>
              <a:ext uri="{FF2B5EF4-FFF2-40B4-BE49-F238E27FC236}">
                <a16:creationId xmlns:a16="http://schemas.microsoft.com/office/drawing/2014/main" id="{C4E1C52E-301C-4B9D-B5AD-18786764679A}"/>
              </a:ext>
            </a:extLst>
          </p:cNvPr>
          <p:cNvSpPr>
            <a:spLocks noGrp="1"/>
          </p:cNvSpPr>
          <p:nvPr>
            <p:ph idx="1"/>
          </p:nvPr>
        </p:nvSpPr>
        <p:spPr/>
        <p:txBody>
          <a:bodyPr>
            <a:normAutofit/>
          </a:bodyPr>
          <a:lstStyle/>
          <a:p>
            <a:r>
              <a:rPr lang="en-US" dirty="0">
                <a:solidFill>
                  <a:schemeClr val="accent1">
                    <a:lumMod val="75000"/>
                  </a:schemeClr>
                </a:solidFill>
              </a:rPr>
              <a:t>KHOA CNTT &amp; TT</a:t>
            </a:r>
          </a:p>
          <a:p>
            <a:pPr lvl="1"/>
            <a:r>
              <a:rPr lang="vi-VN" dirty="0"/>
              <a:t>TẦM NHÌN ĐẾN NĂM 2020</a:t>
            </a:r>
            <a:endParaRPr lang="en-US" dirty="0"/>
          </a:p>
          <a:p>
            <a:pPr lvl="2"/>
            <a:r>
              <a:rPr lang="vi-VN" dirty="0"/>
              <a:t>ĐƠN VỊ ĐÀO TẠO VÀ</a:t>
            </a:r>
            <a:endParaRPr lang="en-US" dirty="0"/>
          </a:p>
          <a:p>
            <a:pPr lvl="2"/>
            <a:r>
              <a:rPr lang="vi-VN" dirty="0"/>
              <a:t>NGHIÊN CỨU KHOA HỌC VỀ CNTT&amp;TT MẠNH CỦA CẢ NƯỚC</a:t>
            </a:r>
            <a:endParaRPr lang="en-US" dirty="0"/>
          </a:p>
        </p:txBody>
      </p:sp>
      <p:sp>
        <p:nvSpPr>
          <p:cNvPr id="4" name="Footer Placeholder 3">
            <a:extLst>
              <a:ext uri="{FF2B5EF4-FFF2-40B4-BE49-F238E27FC236}">
                <a16:creationId xmlns:a16="http://schemas.microsoft.com/office/drawing/2014/main" id="{16F57E38-5758-4C7F-8DE2-E68DDA233DA6}"/>
              </a:ext>
            </a:extLst>
          </p:cNvPr>
          <p:cNvSpPr>
            <a:spLocks noGrp="1"/>
          </p:cNvSpPr>
          <p:nvPr>
            <p:ph type="ftr" sz="quarter" idx="11"/>
          </p:nvPr>
        </p:nvSpPr>
        <p:spPr/>
        <p:txBody>
          <a:bodyPr/>
          <a:lstStyle/>
          <a:p>
            <a:r>
              <a:rPr lang="vi-VN"/>
              <a:t>Giới thiệu Đại học Cần Thơ</a:t>
            </a:r>
          </a:p>
        </p:txBody>
      </p:sp>
      <p:sp>
        <p:nvSpPr>
          <p:cNvPr id="5" name="Slide Number Placeholder 4">
            <a:extLst>
              <a:ext uri="{FF2B5EF4-FFF2-40B4-BE49-F238E27FC236}">
                <a16:creationId xmlns:a16="http://schemas.microsoft.com/office/drawing/2014/main" id="{D7CC281B-89BC-4740-8A93-B3543EEE8849}"/>
              </a:ext>
            </a:extLst>
          </p:cNvPr>
          <p:cNvSpPr>
            <a:spLocks noGrp="1"/>
          </p:cNvSpPr>
          <p:nvPr>
            <p:ph type="sldNum" sz="quarter" idx="12"/>
          </p:nvPr>
        </p:nvSpPr>
        <p:spPr/>
        <p:txBody>
          <a:bodyPr/>
          <a:lstStyle/>
          <a:p>
            <a:fld id="{967CD754-82FD-4BAE-B2EB-ECEFA41AEF96}" type="slidenum">
              <a:rPr lang="vi-VN" smtClean="0"/>
              <a:t>11</a:t>
            </a:fld>
            <a:endParaRPr lang="vi-VN"/>
          </a:p>
        </p:txBody>
      </p:sp>
    </p:spTree>
    <p:extLst>
      <p:ext uri="{BB962C8B-B14F-4D97-AF65-F5344CB8AC3E}">
        <p14:creationId xmlns:p14="http://schemas.microsoft.com/office/powerpoint/2010/main" val="12283190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8303C-0081-4C4C-861A-0F9160BD2326}"/>
              </a:ext>
            </a:extLst>
          </p:cNvPr>
          <p:cNvSpPr>
            <a:spLocks noGrp="1"/>
          </p:cNvSpPr>
          <p:nvPr>
            <p:ph type="title"/>
          </p:nvPr>
        </p:nvSpPr>
        <p:spPr>
          <a:xfrm>
            <a:off x="838200" y="500062"/>
            <a:ext cx="10515600" cy="1325563"/>
          </a:xfrm>
        </p:spPr>
        <p:txBody>
          <a:bodyPr/>
          <a:lstStyle/>
          <a:p>
            <a:r>
              <a:rPr lang="vi-VN" dirty="0"/>
              <a:t>ĐHCT GIAI ĐOẠN SAU NĂM 1975</a:t>
            </a:r>
          </a:p>
        </p:txBody>
      </p:sp>
      <p:sp>
        <p:nvSpPr>
          <p:cNvPr id="3" name="Content Placeholder 2">
            <a:extLst>
              <a:ext uri="{FF2B5EF4-FFF2-40B4-BE49-F238E27FC236}">
                <a16:creationId xmlns:a16="http://schemas.microsoft.com/office/drawing/2014/main" id="{C4E1C52E-301C-4B9D-B5AD-18786764679A}"/>
              </a:ext>
            </a:extLst>
          </p:cNvPr>
          <p:cNvSpPr>
            <a:spLocks noGrp="1"/>
          </p:cNvSpPr>
          <p:nvPr>
            <p:ph idx="1"/>
          </p:nvPr>
        </p:nvSpPr>
        <p:spPr/>
        <p:txBody>
          <a:bodyPr>
            <a:normAutofit/>
          </a:bodyPr>
          <a:lstStyle/>
          <a:p>
            <a:r>
              <a:rPr lang="en-US" dirty="0">
                <a:solidFill>
                  <a:schemeClr val="accent1">
                    <a:lumMod val="75000"/>
                  </a:schemeClr>
                </a:solidFill>
              </a:rPr>
              <a:t>KHOA CNTT &amp; TT</a:t>
            </a:r>
          </a:p>
          <a:p>
            <a:pPr lvl="1"/>
            <a:r>
              <a:rPr lang="vi-VN" dirty="0"/>
              <a:t>CÁC BỘ MÔN VÀ TRUNG TÂM</a:t>
            </a:r>
            <a:endParaRPr lang="en-US" dirty="0"/>
          </a:p>
          <a:p>
            <a:pPr lvl="2"/>
            <a:r>
              <a:rPr lang="vi-VN" dirty="0"/>
              <a:t>BỘ MÔN HỆ THỐNG THÔNG TIN</a:t>
            </a:r>
            <a:endParaRPr lang="en-US" dirty="0"/>
          </a:p>
          <a:p>
            <a:pPr lvl="2"/>
            <a:r>
              <a:rPr lang="vi-VN" dirty="0"/>
              <a:t>BỘ MÔN MẠNG MÁY TÍNH &amp; TRUYỀN THÔNG</a:t>
            </a:r>
            <a:endParaRPr lang="en-US" dirty="0"/>
          </a:p>
          <a:p>
            <a:pPr lvl="2"/>
            <a:r>
              <a:rPr lang="vi-VN" dirty="0"/>
              <a:t>BỘ MÔN CÔNG NGHỆ PHẦN MỀM</a:t>
            </a:r>
            <a:endParaRPr lang="en-US" dirty="0"/>
          </a:p>
          <a:p>
            <a:pPr lvl="2"/>
            <a:r>
              <a:rPr lang="vi-VN" dirty="0"/>
              <a:t>BỘ MÔN KHOA HỌC MÁY TÍNH</a:t>
            </a:r>
            <a:endParaRPr lang="en-US" dirty="0"/>
          </a:p>
        </p:txBody>
      </p:sp>
      <p:sp>
        <p:nvSpPr>
          <p:cNvPr id="4" name="Footer Placeholder 3">
            <a:extLst>
              <a:ext uri="{FF2B5EF4-FFF2-40B4-BE49-F238E27FC236}">
                <a16:creationId xmlns:a16="http://schemas.microsoft.com/office/drawing/2014/main" id="{16F57E38-5758-4C7F-8DE2-E68DDA233DA6}"/>
              </a:ext>
            </a:extLst>
          </p:cNvPr>
          <p:cNvSpPr>
            <a:spLocks noGrp="1"/>
          </p:cNvSpPr>
          <p:nvPr>
            <p:ph type="ftr" sz="quarter" idx="11"/>
          </p:nvPr>
        </p:nvSpPr>
        <p:spPr/>
        <p:txBody>
          <a:bodyPr/>
          <a:lstStyle/>
          <a:p>
            <a:r>
              <a:rPr lang="vi-VN"/>
              <a:t>Giới thiệu Đại học Cần Thơ</a:t>
            </a:r>
          </a:p>
        </p:txBody>
      </p:sp>
      <p:sp>
        <p:nvSpPr>
          <p:cNvPr id="5" name="Slide Number Placeholder 4">
            <a:extLst>
              <a:ext uri="{FF2B5EF4-FFF2-40B4-BE49-F238E27FC236}">
                <a16:creationId xmlns:a16="http://schemas.microsoft.com/office/drawing/2014/main" id="{D7CC281B-89BC-4740-8A93-B3543EEE8849}"/>
              </a:ext>
            </a:extLst>
          </p:cNvPr>
          <p:cNvSpPr>
            <a:spLocks noGrp="1"/>
          </p:cNvSpPr>
          <p:nvPr>
            <p:ph type="sldNum" sz="quarter" idx="12"/>
          </p:nvPr>
        </p:nvSpPr>
        <p:spPr/>
        <p:txBody>
          <a:bodyPr/>
          <a:lstStyle/>
          <a:p>
            <a:fld id="{967CD754-82FD-4BAE-B2EB-ECEFA41AEF96}" type="slidenum">
              <a:rPr lang="vi-VN" smtClean="0"/>
              <a:t>12</a:t>
            </a:fld>
            <a:endParaRPr lang="vi-VN"/>
          </a:p>
        </p:txBody>
      </p:sp>
    </p:spTree>
    <p:extLst>
      <p:ext uri="{BB962C8B-B14F-4D97-AF65-F5344CB8AC3E}">
        <p14:creationId xmlns:p14="http://schemas.microsoft.com/office/powerpoint/2010/main" val="17335678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8303C-0081-4C4C-861A-0F9160BD2326}"/>
              </a:ext>
            </a:extLst>
          </p:cNvPr>
          <p:cNvSpPr>
            <a:spLocks noGrp="1"/>
          </p:cNvSpPr>
          <p:nvPr>
            <p:ph type="title"/>
          </p:nvPr>
        </p:nvSpPr>
        <p:spPr>
          <a:xfrm>
            <a:off x="838200" y="500062"/>
            <a:ext cx="10515600" cy="1325563"/>
          </a:xfrm>
        </p:spPr>
        <p:txBody>
          <a:bodyPr/>
          <a:lstStyle/>
          <a:p>
            <a:r>
              <a:rPr lang="vi-VN" dirty="0"/>
              <a:t>ĐHCT GIAI ĐOẠN SAU NĂM 1975</a:t>
            </a:r>
          </a:p>
        </p:txBody>
      </p:sp>
      <p:sp>
        <p:nvSpPr>
          <p:cNvPr id="3" name="Content Placeholder 2">
            <a:extLst>
              <a:ext uri="{FF2B5EF4-FFF2-40B4-BE49-F238E27FC236}">
                <a16:creationId xmlns:a16="http://schemas.microsoft.com/office/drawing/2014/main" id="{C4E1C52E-301C-4B9D-B5AD-18786764679A}"/>
              </a:ext>
            </a:extLst>
          </p:cNvPr>
          <p:cNvSpPr>
            <a:spLocks noGrp="1"/>
          </p:cNvSpPr>
          <p:nvPr>
            <p:ph idx="1"/>
          </p:nvPr>
        </p:nvSpPr>
        <p:spPr/>
        <p:txBody>
          <a:bodyPr>
            <a:normAutofit/>
          </a:bodyPr>
          <a:lstStyle/>
          <a:p>
            <a:r>
              <a:rPr lang="en-US" dirty="0">
                <a:solidFill>
                  <a:schemeClr val="accent1">
                    <a:lumMod val="75000"/>
                  </a:schemeClr>
                </a:solidFill>
              </a:rPr>
              <a:t>KHOA CNTT &amp; TT</a:t>
            </a:r>
          </a:p>
          <a:p>
            <a:pPr lvl="1"/>
            <a:r>
              <a:rPr lang="vi-VN" dirty="0"/>
              <a:t>CÁC BỘ MÔN VÀ TRUNG TÂM</a:t>
            </a:r>
            <a:endParaRPr lang="en-US" dirty="0"/>
          </a:p>
          <a:p>
            <a:pPr lvl="2"/>
            <a:r>
              <a:rPr lang="en-US" dirty="0"/>
              <a:t>BỘ MÔN CÔNG NGHỆ THÔNG TIN</a:t>
            </a:r>
          </a:p>
          <a:p>
            <a:pPr lvl="2"/>
            <a:r>
              <a:rPr lang="en-US" dirty="0"/>
              <a:t>BỘ MÔN TIN HỌC ỨNG DỤNG</a:t>
            </a:r>
          </a:p>
          <a:p>
            <a:pPr lvl="2"/>
            <a:r>
              <a:rPr lang="en-US" dirty="0"/>
              <a:t>TỔ VĂN PHÒNG</a:t>
            </a:r>
          </a:p>
          <a:p>
            <a:pPr lvl="2"/>
            <a:r>
              <a:rPr lang="en-US" dirty="0"/>
              <a:t>TRUNG TÂM ĐIỆN TỬ &amp; TIN HỌC</a:t>
            </a:r>
          </a:p>
        </p:txBody>
      </p:sp>
      <p:sp>
        <p:nvSpPr>
          <p:cNvPr id="4" name="Footer Placeholder 3">
            <a:extLst>
              <a:ext uri="{FF2B5EF4-FFF2-40B4-BE49-F238E27FC236}">
                <a16:creationId xmlns:a16="http://schemas.microsoft.com/office/drawing/2014/main" id="{16F57E38-5758-4C7F-8DE2-E68DDA233DA6}"/>
              </a:ext>
            </a:extLst>
          </p:cNvPr>
          <p:cNvSpPr>
            <a:spLocks noGrp="1"/>
          </p:cNvSpPr>
          <p:nvPr>
            <p:ph type="ftr" sz="quarter" idx="11"/>
          </p:nvPr>
        </p:nvSpPr>
        <p:spPr/>
        <p:txBody>
          <a:bodyPr/>
          <a:lstStyle/>
          <a:p>
            <a:r>
              <a:rPr lang="vi-VN"/>
              <a:t>Giới thiệu Đại học Cần Thơ</a:t>
            </a:r>
          </a:p>
        </p:txBody>
      </p:sp>
      <p:sp>
        <p:nvSpPr>
          <p:cNvPr id="5" name="Slide Number Placeholder 4">
            <a:extLst>
              <a:ext uri="{FF2B5EF4-FFF2-40B4-BE49-F238E27FC236}">
                <a16:creationId xmlns:a16="http://schemas.microsoft.com/office/drawing/2014/main" id="{D7CC281B-89BC-4740-8A93-B3543EEE8849}"/>
              </a:ext>
            </a:extLst>
          </p:cNvPr>
          <p:cNvSpPr>
            <a:spLocks noGrp="1"/>
          </p:cNvSpPr>
          <p:nvPr>
            <p:ph type="sldNum" sz="quarter" idx="12"/>
          </p:nvPr>
        </p:nvSpPr>
        <p:spPr/>
        <p:txBody>
          <a:bodyPr/>
          <a:lstStyle/>
          <a:p>
            <a:fld id="{967CD754-82FD-4BAE-B2EB-ECEFA41AEF96}" type="slidenum">
              <a:rPr lang="vi-VN" smtClean="0"/>
              <a:t>13</a:t>
            </a:fld>
            <a:endParaRPr lang="vi-VN"/>
          </a:p>
        </p:txBody>
      </p:sp>
    </p:spTree>
    <p:extLst>
      <p:ext uri="{BB962C8B-B14F-4D97-AF65-F5344CB8AC3E}">
        <p14:creationId xmlns:p14="http://schemas.microsoft.com/office/powerpoint/2010/main" val="34698196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D9D1B-F4B5-4F4A-9DE8-BE712E8EA492}"/>
              </a:ext>
            </a:extLst>
          </p:cNvPr>
          <p:cNvSpPr>
            <a:spLocks noGrp="1"/>
          </p:cNvSpPr>
          <p:nvPr>
            <p:ph type="title"/>
          </p:nvPr>
        </p:nvSpPr>
        <p:spPr>
          <a:xfrm>
            <a:off x="3046563" y="2766218"/>
            <a:ext cx="10515600" cy="1325563"/>
          </a:xfrm>
        </p:spPr>
        <p:txBody>
          <a:bodyPr/>
          <a:lstStyle/>
          <a:p>
            <a:r>
              <a:rPr lang="en-US" dirty="0" err="1"/>
              <a:t>Cám</a:t>
            </a:r>
            <a:r>
              <a:rPr lang="en-US" dirty="0"/>
              <a:t> </a:t>
            </a:r>
            <a:r>
              <a:rPr lang="en-US" dirty="0" err="1"/>
              <a:t>ơn</a:t>
            </a:r>
            <a:r>
              <a:rPr lang="en-US" dirty="0"/>
              <a:t> </a:t>
            </a:r>
            <a:r>
              <a:rPr lang="en-US" dirty="0" err="1"/>
              <a:t>sự</a:t>
            </a:r>
            <a:r>
              <a:rPr lang="en-US" dirty="0"/>
              <a:t> </a:t>
            </a:r>
            <a:r>
              <a:rPr lang="en-US" dirty="0" err="1"/>
              <a:t>chú</a:t>
            </a:r>
            <a:r>
              <a:rPr lang="en-US" dirty="0"/>
              <a:t> ý </a:t>
            </a:r>
            <a:r>
              <a:rPr lang="en-US" dirty="0" err="1"/>
              <a:t>của</a:t>
            </a:r>
            <a:r>
              <a:rPr lang="en-US" dirty="0"/>
              <a:t> </a:t>
            </a:r>
            <a:r>
              <a:rPr lang="en-US" dirty="0" err="1"/>
              <a:t>quý</a:t>
            </a:r>
            <a:r>
              <a:rPr lang="en-US" dirty="0"/>
              <a:t> </a:t>
            </a:r>
            <a:r>
              <a:rPr lang="en-US" dirty="0" err="1"/>
              <a:t>vị</a:t>
            </a:r>
            <a:endParaRPr lang="vi-VN" dirty="0"/>
          </a:p>
        </p:txBody>
      </p:sp>
      <p:sp>
        <p:nvSpPr>
          <p:cNvPr id="3" name="Footer Placeholder 2">
            <a:extLst>
              <a:ext uri="{FF2B5EF4-FFF2-40B4-BE49-F238E27FC236}">
                <a16:creationId xmlns:a16="http://schemas.microsoft.com/office/drawing/2014/main" id="{A1BEB136-3BEB-4F23-A3EF-51807268EA0F}"/>
              </a:ext>
            </a:extLst>
          </p:cNvPr>
          <p:cNvSpPr>
            <a:spLocks noGrp="1"/>
          </p:cNvSpPr>
          <p:nvPr>
            <p:ph type="ftr" sz="quarter" idx="11"/>
          </p:nvPr>
        </p:nvSpPr>
        <p:spPr/>
        <p:txBody>
          <a:bodyPr/>
          <a:lstStyle/>
          <a:p>
            <a:r>
              <a:rPr lang="vi-VN"/>
              <a:t>Giới thiệu Đại học Cần Thơ</a:t>
            </a:r>
          </a:p>
        </p:txBody>
      </p:sp>
      <p:sp>
        <p:nvSpPr>
          <p:cNvPr id="4" name="Slide Number Placeholder 3">
            <a:extLst>
              <a:ext uri="{FF2B5EF4-FFF2-40B4-BE49-F238E27FC236}">
                <a16:creationId xmlns:a16="http://schemas.microsoft.com/office/drawing/2014/main" id="{17555E33-AD14-41BA-BCC5-5BA68949C968}"/>
              </a:ext>
            </a:extLst>
          </p:cNvPr>
          <p:cNvSpPr>
            <a:spLocks noGrp="1"/>
          </p:cNvSpPr>
          <p:nvPr>
            <p:ph type="sldNum" sz="quarter" idx="12"/>
          </p:nvPr>
        </p:nvSpPr>
        <p:spPr/>
        <p:txBody>
          <a:bodyPr/>
          <a:lstStyle/>
          <a:p>
            <a:fld id="{967CD754-82FD-4BAE-B2EB-ECEFA41AEF96}" type="slidenum">
              <a:rPr lang="vi-VN" smtClean="0"/>
              <a:t>14</a:t>
            </a:fld>
            <a:endParaRPr lang="vi-VN"/>
          </a:p>
        </p:txBody>
      </p:sp>
    </p:spTree>
    <p:extLst>
      <p:ext uri="{BB962C8B-B14F-4D97-AF65-F5344CB8AC3E}">
        <p14:creationId xmlns:p14="http://schemas.microsoft.com/office/powerpoint/2010/main" val="29233221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C4635-D6B6-46C3-A447-00FA790E2CA9}"/>
              </a:ext>
            </a:extLst>
          </p:cNvPr>
          <p:cNvSpPr>
            <a:spLocks noGrp="1"/>
          </p:cNvSpPr>
          <p:nvPr>
            <p:ph type="title"/>
          </p:nvPr>
        </p:nvSpPr>
        <p:spPr>
          <a:xfrm>
            <a:off x="414068" y="500062"/>
            <a:ext cx="11777932" cy="1325563"/>
          </a:xfrm>
        </p:spPr>
        <p:txBody>
          <a:bodyPr/>
          <a:lstStyle/>
          <a:p>
            <a:r>
              <a:rPr lang="vi-VN" dirty="0"/>
              <a:t>Ví dụ: sử dụng một đoạn trích dẫn khi giới thiệu</a:t>
            </a:r>
          </a:p>
        </p:txBody>
      </p:sp>
      <p:sp>
        <p:nvSpPr>
          <p:cNvPr id="3" name="Content Placeholder 2">
            <a:extLst>
              <a:ext uri="{FF2B5EF4-FFF2-40B4-BE49-F238E27FC236}">
                <a16:creationId xmlns:a16="http://schemas.microsoft.com/office/drawing/2014/main" id="{88416889-5638-4FAB-B818-BC1E3AE3E09B}"/>
              </a:ext>
            </a:extLst>
          </p:cNvPr>
          <p:cNvSpPr>
            <a:spLocks noGrp="1"/>
          </p:cNvSpPr>
          <p:nvPr>
            <p:ph idx="1"/>
          </p:nvPr>
        </p:nvSpPr>
        <p:spPr>
          <a:xfrm>
            <a:off x="414068" y="1653097"/>
            <a:ext cx="11363864" cy="4885726"/>
          </a:xfrm>
        </p:spPr>
        <p:txBody>
          <a:bodyPr>
            <a:normAutofit fontScale="92500" lnSpcReduction="10000"/>
          </a:bodyPr>
          <a:lstStyle/>
          <a:p>
            <a:r>
              <a:rPr lang="en-US" dirty="0"/>
              <a:t> </a:t>
            </a:r>
            <a:r>
              <a:rPr lang="en-US" dirty="0" err="1"/>
              <a:t>Ví</a:t>
            </a:r>
            <a:r>
              <a:rPr lang="en-US" dirty="0"/>
              <a:t> </a:t>
            </a:r>
            <a:r>
              <a:rPr lang="en-US" dirty="0" err="1"/>
              <a:t>dụ</a:t>
            </a:r>
            <a:r>
              <a:rPr lang="en-US" dirty="0"/>
              <a:t>: Ta </a:t>
            </a:r>
            <a:r>
              <a:rPr lang="en-US" dirty="0" err="1"/>
              <a:t>có</a:t>
            </a:r>
            <a:r>
              <a:rPr lang="en-US" dirty="0"/>
              <a:t> </a:t>
            </a:r>
            <a:r>
              <a:rPr lang="en-US" dirty="0" err="1"/>
              <a:t>thể</a:t>
            </a:r>
            <a:r>
              <a:rPr lang="en-US" dirty="0"/>
              <a:t> </a:t>
            </a:r>
            <a:r>
              <a:rPr lang="en-US" dirty="0" err="1"/>
              <a:t>phát</a:t>
            </a:r>
            <a:r>
              <a:rPr lang="en-US" dirty="0"/>
              <a:t> </a:t>
            </a:r>
            <a:r>
              <a:rPr lang="en-US" dirty="0" err="1"/>
              <a:t>biểu</a:t>
            </a:r>
            <a:r>
              <a:rPr lang="en-US" dirty="0"/>
              <a:t> </a:t>
            </a:r>
            <a:r>
              <a:rPr lang="en-US" dirty="0" err="1"/>
              <a:t>trích</a:t>
            </a:r>
            <a:r>
              <a:rPr lang="en-US" dirty="0"/>
              <a:t> </a:t>
            </a:r>
            <a:r>
              <a:rPr lang="en-US" dirty="0" err="1"/>
              <a:t>dẫn</a:t>
            </a:r>
            <a:r>
              <a:rPr lang="en-US" dirty="0"/>
              <a:t> </a:t>
            </a:r>
            <a:r>
              <a:rPr lang="en-US" dirty="0" err="1"/>
              <a:t>lợi</a:t>
            </a:r>
            <a:r>
              <a:rPr lang="en-US" dirty="0"/>
              <a:t> </a:t>
            </a:r>
            <a:r>
              <a:rPr lang="en-US" dirty="0" err="1"/>
              <a:t>ích</a:t>
            </a:r>
            <a:r>
              <a:rPr lang="en-US" dirty="0"/>
              <a:t> </a:t>
            </a:r>
            <a:r>
              <a:rPr lang="en-US" dirty="0" err="1"/>
              <a:t>khi</a:t>
            </a:r>
            <a:r>
              <a:rPr lang="en-US" dirty="0"/>
              <a:t> </a:t>
            </a:r>
            <a:r>
              <a:rPr lang="en-US" dirty="0" err="1"/>
              <a:t>học</a:t>
            </a:r>
            <a:r>
              <a:rPr lang="en-US" dirty="0"/>
              <a:t> </a:t>
            </a:r>
            <a:r>
              <a:rPr lang="en-US" dirty="0" err="1"/>
              <a:t>ngành</a:t>
            </a:r>
            <a:r>
              <a:rPr lang="en-US" dirty="0"/>
              <a:t> </a:t>
            </a:r>
            <a:r>
              <a:rPr lang="en-US" dirty="0" err="1"/>
              <a:t>công</a:t>
            </a:r>
            <a:r>
              <a:rPr lang="en-US" dirty="0"/>
              <a:t> </a:t>
            </a:r>
            <a:r>
              <a:rPr lang="en-US" dirty="0" err="1"/>
              <a:t>nghệ</a:t>
            </a:r>
            <a:r>
              <a:rPr lang="en-US" dirty="0"/>
              <a:t> </a:t>
            </a:r>
            <a:r>
              <a:rPr lang="en-US" dirty="0" err="1"/>
              <a:t>thông</a:t>
            </a:r>
            <a:r>
              <a:rPr lang="en-US" dirty="0"/>
              <a:t> tin</a:t>
            </a:r>
          </a:p>
          <a:p>
            <a:pPr marL="457200" lvl="1" indent="0">
              <a:buNone/>
            </a:pPr>
            <a:r>
              <a:rPr lang="vi-VN" dirty="0"/>
              <a:t>“Hàng năm, công nghệ mới luôn được phát triển và thể hiện tầm quan trọng của nó đối với cuộc sống. Các doanh nghiệp cũng thay đổi theo hướng cập nhật công nghệ thông tin và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gì?”</a:t>
            </a:r>
            <a:endParaRPr lang="en-US" dirty="0"/>
          </a:p>
        </p:txBody>
      </p:sp>
      <p:sp>
        <p:nvSpPr>
          <p:cNvPr id="4" name="Action Button: Return 3">
            <a:hlinkClick r:id="rId2" action="ppaction://hlinksldjump" highlightClick="1"/>
            <a:extLst>
              <a:ext uri="{FF2B5EF4-FFF2-40B4-BE49-F238E27FC236}">
                <a16:creationId xmlns:a16="http://schemas.microsoft.com/office/drawing/2014/main" id="{CC11116B-365B-402C-9DFD-2320D6456786}"/>
              </a:ext>
            </a:extLst>
          </p:cNvPr>
          <p:cNvSpPr/>
          <p:nvPr/>
        </p:nvSpPr>
        <p:spPr>
          <a:xfrm>
            <a:off x="8798943" y="5141343"/>
            <a:ext cx="1017917" cy="1069676"/>
          </a:xfrm>
          <a:prstGeom prst="actionButtonRetur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Footer Placeholder 4">
            <a:extLst>
              <a:ext uri="{FF2B5EF4-FFF2-40B4-BE49-F238E27FC236}">
                <a16:creationId xmlns:a16="http://schemas.microsoft.com/office/drawing/2014/main" id="{EF720D4B-2335-4D64-9623-462E3A056D52}"/>
              </a:ext>
            </a:extLst>
          </p:cNvPr>
          <p:cNvSpPr>
            <a:spLocks noGrp="1"/>
          </p:cNvSpPr>
          <p:nvPr>
            <p:ph type="ftr" sz="quarter" idx="11"/>
          </p:nvPr>
        </p:nvSpPr>
        <p:spPr/>
        <p:txBody>
          <a:bodyPr/>
          <a:lstStyle/>
          <a:p>
            <a:r>
              <a:rPr lang="vi-VN"/>
              <a:t>Giới thiệu Đại học Cần Thơ</a:t>
            </a:r>
          </a:p>
        </p:txBody>
      </p:sp>
      <p:sp>
        <p:nvSpPr>
          <p:cNvPr id="6" name="Slide Number Placeholder 5">
            <a:extLst>
              <a:ext uri="{FF2B5EF4-FFF2-40B4-BE49-F238E27FC236}">
                <a16:creationId xmlns:a16="http://schemas.microsoft.com/office/drawing/2014/main" id="{DEC1BF16-09ED-4CAD-BD6C-D3EB4BB0EAAF}"/>
              </a:ext>
            </a:extLst>
          </p:cNvPr>
          <p:cNvSpPr>
            <a:spLocks noGrp="1"/>
          </p:cNvSpPr>
          <p:nvPr>
            <p:ph type="sldNum" sz="quarter" idx="12"/>
          </p:nvPr>
        </p:nvSpPr>
        <p:spPr/>
        <p:txBody>
          <a:bodyPr/>
          <a:lstStyle/>
          <a:p>
            <a:fld id="{967CD754-82FD-4BAE-B2EB-ECEFA41AEF96}" type="slidenum">
              <a:rPr lang="vi-VN" smtClean="0"/>
              <a:t>15</a:t>
            </a:fld>
            <a:endParaRPr lang="vi-VN"/>
          </a:p>
        </p:txBody>
      </p:sp>
    </p:spTree>
    <p:extLst>
      <p:ext uri="{BB962C8B-B14F-4D97-AF65-F5344CB8AC3E}">
        <p14:creationId xmlns:p14="http://schemas.microsoft.com/office/powerpoint/2010/main" val="3084257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EC59C-F638-4A33-9DB0-2F98F331F4F3}"/>
              </a:ext>
            </a:extLst>
          </p:cNvPr>
          <p:cNvSpPr>
            <a:spLocks noGrp="1"/>
          </p:cNvSpPr>
          <p:nvPr>
            <p:ph type="title"/>
          </p:nvPr>
        </p:nvSpPr>
        <p:spPr>
          <a:xfrm>
            <a:off x="838200" y="500062"/>
            <a:ext cx="10515600" cy="1325563"/>
          </a:xfrm>
        </p:spPr>
        <p:txBody>
          <a:bodyPr/>
          <a:lstStyle/>
          <a:p>
            <a:r>
              <a:rPr lang="vi-VN" dirty="0"/>
              <a:t>Ví dụ minh chứng một vấn đề</a:t>
            </a:r>
          </a:p>
        </p:txBody>
      </p:sp>
      <p:sp>
        <p:nvSpPr>
          <p:cNvPr id="3" name="Content Placeholder 2">
            <a:extLst>
              <a:ext uri="{FF2B5EF4-FFF2-40B4-BE49-F238E27FC236}">
                <a16:creationId xmlns:a16="http://schemas.microsoft.com/office/drawing/2014/main" id="{42DA8A7A-6AEF-4CE2-A884-D567F1BCDF42}"/>
              </a:ext>
            </a:extLst>
          </p:cNvPr>
          <p:cNvSpPr>
            <a:spLocks noGrp="1"/>
          </p:cNvSpPr>
          <p:nvPr>
            <p:ph idx="1"/>
          </p:nvPr>
        </p:nvSpPr>
        <p:spPr>
          <a:xfrm>
            <a:off x="838200" y="1635844"/>
            <a:ext cx="10515600" cy="4351338"/>
          </a:xfrm>
        </p:spPr>
        <p:txBody>
          <a:bodyPr/>
          <a:lstStyle/>
          <a:p>
            <a:r>
              <a:rPr lang="vi-VN" dirty="0"/>
              <a:t> Bảng thống kê kết quả tuyển sinh 2020</a:t>
            </a:r>
          </a:p>
          <a:p>
            <a:pPr marL="457200" lvl="1" indent="0">
              <a:buNone/>
            </a:pPr>
            <a:endParaRPr lang="vi-VN" dirty="0"/>
          </a:p>
        </p:txBody>
      </p:sp>
      <p:graphicFrame>
        <p:nvGraphicFramePr>
          <p:cNvPr id="5" name="Table 5">
            <a:extLst>
              <a:ext uri="{FF2B5EF4-FFF2-40B4-BE49-F238E27FC236}">
                <a16:creationId xmlns:a16="http://schemas.microsoft.com/office/drawing/2014/main" id="{70544E42-AF29-4F81-BA5D-90BD11995E4E}"/>
              </a:ext>
            </a:extLst>
          </p:cNvPr>
          <p:cNvGraphicFramePr>
            <a:graphicFrameLocks noGrp="1"/>
          </p:cNvGraphicFramePr>
          <p:nvPr>
            <p:extLst>
              <p:ext uri="{D42A27DB-BD31-4B8C-83A1-F6EECF244321}">
                <p14:modId xmlns:p14="http://schemas.microsoft.com/office/powerpoint/2010/main" val="2638083136"/>
              </p:ext>
            </p:extLst>
          </p:nvPr>
        </p:nvGraphicFramePr>
        <p:xfrm>
          <a:off x="1410899" y="2468563"/>
          <a:ext cx="8940799" cy="3703320"/>
        </p:xfrm>
        <a:graphic>
          <a:graphicData uri="http://schemas.openxmlformats.org/drawingml/2006/table">
            <a:tbl>
              <a:tblPr firstRow="1" bandRow="1">
                <a:tableStyleId>{5940675A-B579-460E-94D1-54222C63F5DA}</a:tableStyleId>
              </a:tblPr>
              <a:tblGrid>
                <a:gridCol w="4903637">
                  <a:extLst>
                    <a:ext uri="{9D8B030D-6E8A-4147-A177-3AD203B41FA5}">
                      <a16:colId xmlns:a16="http://schemas.microsoft.com/office/drawing/2014/main" val="3958987773"/>
                    </a:ext>
                  </a:extLst>
                </a:gridCol>
                <a:gridCol w="4037162">
                  <a:extLst>
                    <a:ext uri="{9D8B030D-6E8A-4147-A177-3AD203B41FA5}">
                      <a16:colId xmlns:a16="http://schemas.microsoft.com/office/drawing/2014/main" val="1811293627"/>
                    </a:ext>
                  </a:extLst>
                </a:gridCol>
              </a:tblGrid>
              <a:tr h="370840">
                <a:tc>
                  <a:txBody>
                    <a:bodyPr/>
                    <a:lstStyle/>
                    <a:p>
                      <a:pPr algn="l"/>
                      <a:r>
                        <a:rPr lang="vi-VN" b="1" dirty="0"/>
                        <a:t>Tên ngành/ chuyên ngành</a:t>
                      </a:r>
                    </a:p>
                  </a:txBody>
                  <a:tcPr>
                    <a:solidFill>
                      <a:schemeClr val="bg1"/>
                    </a:solidFill>
                  </a:tcPr>
                </a:tc>
                <a:tc>
                  <a:txBody>
                    <a:bodyPr/>
                    <a:lstStyle/>
                    <a:p>
                      <a:pPr algn="r"/>
                      <a:r>
                        <a:rPr lang="vi-VN" b="1" dirty="0"/>
                        <a:t>Số lượng tuyển sinh</a:t>
                      </a:r>
                    </a:p>
                  </a:txBody>
                  <a:tcPr>
                    <a:solidFill>
                      <a:schemeClr val="bg1"/>
                    </a:solidFill>
                  </a:tcPr>
                </a:tc>
                <a:extLst>
                  <a:ext uri="{0D108BD9-81ED-4DB2-BD59-A6C34878D82A}">
                    <a16:rowId xmlns:a16="http://schemas.microsoft.com/office/drawing/2014/main" val="2165858549"/>
                  </a:ext>
                </a:extLst>
              </a:tr>
              <a:tr h="370840">
                <a:tc>
                  <a:txBody>
                    <a:bodyPr/>
                    <a:lstStyle/>
                    <a:p>
                      <a:pPr algn="l"/>
                      <a:r>
                        <a:rPr lang="vi-VN" b="1" dirty="0"/>
                        <a:t>Công nghệ thông tin</a:t>
                      </a:r>
                    </a:p>
                  </a:txBody>
                  <a:tcPr>
                    <a:solidFill>
                      <a:schemeClr val="bg1"/>
                    </a:solidFill>
                  </a:tcPr>
                </a:tc>
                <a:tc>
                  <a:txBody>
                    <a:bodyPr/>
                    <a:lstStyle/>
                    <a:p>
                      <a:pPr algn="r"/>
                      <a:r>
                        <a:rPr lang="vi-VN" b="1" dirty="0"/>
                        <a:t>272</a:t>
                      </a:r>
                    </a:p>
                  </a:txBody>
                  <a:tcPr>
                    <a:solidFill>
                      <a:schemeClr val="bg1"/>
                    </a:solidFill>
                  </a:tcPr>
                </a:tc>
                <a:extLst>
                  <a:ext uri="{0D108BD9-81ED-4DB2-BD59-A6C34878D82A}">
                    <a16:rowId xmlns:a16="http://schemas.microsoft.com/office/drawing/2014/main" val="2300263307"/>
                  </a:ext>
                </a:extLst>
              </a:tr>
              <a:tr h="370840">
                <a:tc>
                  <a:txBody>
                    <a:bodyPr/>
                    <a:lstStyle/>
                    <a:p>
                      <a:pPr algn="l"/>
                      <a:r>
                        <a:rPr lang="vi-VN" b="1" dirty="0"/>
                        <a:t>Công nghệ thông tin – CLC</a:t>
                      </a:r>
                    </a:p>
                  </a:txBody>
                  <a:tcPr>
                    <a:solidFill>
                      <a:schemeClr val="bg1"/>
                    </a:solidFill>
                  </a:tcPr>
                </a:tc>
                <a:tc>
                  <a:txBody>
                    <a:bodyPr/>
                    <a:lstStyle/>
                    <a:p>
                      <a:pPr algn="r"/>
                      <a:r>
                        <a:rPr lang="vi-VN" b="1" dirty="0"/>
                        <a:t>144</a:t>
                      </a:r>
                    </a:p>
                  </a:txBody>
                  <a:tcPr>
                    <a:solidFill>
                      <a:schemeClr val="bg1"/>
                    </a:solidFill>
                  </a:tcPr>
                </a:tc>
                <a:extLst>
                  <a:ext uri="{0D108BD9-81ED-4DB2-BD59-A6C34878D82A}">
                    <a16:rowId xmlns:a16="http://schemas.microsoft.com/office/drawing/2014/main" val="1524910093"/>
                  </a:ext>
                </a:extLst>
              </a:tr>
              <a:tr h="370840">
                <a:tc>
                  <a:txBody>
                    <a:bodyPr/>
                    <a:lstStyle/>
                    <a:p>
                      <a:pPr algn="l"/>
                      <a:r>
                        <a:rPr lang="vi-VN" b="1" dirty="0"/>
                        <a:t>Công nghệ thông tin – HA</a:t>
                      </a:r>
                    </a:p>
                  </a:txBody>
                  <a:tcPr>
                    <a:solidFill>
                      <a:schemeClr val="bg1"/>
                    </a:solidFill>
                  </a:tcPr>
                </a:tc>
                <a:tc>
                  <a:txBody>
                    <a:bodyPr/>
                    <a:lstStyle/>
                    <a:p>
                      <a:pPr algn="r"/>
                      <a:r>
                        <a:rPr lang="vi-VN" b="1" dirty="0"/>
                        <a:t>75</a:t>
                      </a:r>
                    </a:p>
                  </a:txBody>
                  <a:tcPr>
                    <a:solidFill>
                      <a:schemeClr val="bg1"/>
                    </a:solidFill>
                  </a:tcPr>
                </a:tc>
                <a:extLst>
                  <a:ext uri="{0D108BD9-81ED-4DB2-BD59-A6C34878D82A}">
                    <a16:rowId xmlns:a16="http://schemas.microsoft.com/office/drawing/2014/main" val="668745469"/>
                  </a:ext>
                </a:extLst>
              </a:tr>
              <a:tr h="370840">
                <a:tc>
                  <a:txBody>
                    <a:bodyPr/>
                    <a:lstStyle/>
                    <a:p>
                      <a:pPr algn="l"/>
                      <a:r>
                        <a:rPr lang="vi-VN" b="1" dirty="0"/>
                        <a:t>Mạng máy tính và truyền thông dữ liệu</a:t>
                      </a:r>
                    </a:p>
                  </a:txBody>
                  <a:tcPr>
                    <a:solidFill>
                      <a:schemeClr val="bg1"/>
                    </a:solidFill>
                  </a:tcPr>
                </a:tc>
                <a:tc>
                  <a:txBody>
                    <a:bodyPr/>
                    <a:lstStyle/>
                    <a:p>
                      <a:pPr algn="r"/>
                      <a:r>
                        <a:rPr lang="vi-VN" b="1" dirty="0"/>
                        <a:t>149</a:t>
                      </a:r>
                    </a:p>
                  </a:txBody>
                  <a:tcPr>
                    <a:solidFill>
                      <a:schemeClr val="bg1"/>
                    </a:solidFill>
                  </a:tcPr>
                </a:tc>
                <a:extLst>
                  <a:ext uri="{0D108BD9-81ED-4DB2-BD59-A6C34878D82A}">
                    <a16:rowId xmlns:a16="http://schemas.microsoft.com/office/drawing/2014/main" val="796941959"/>
                  </a:ext>
                </a:extLst>
              </a:tr>
              <a:tr h="370840">
                <a:tc>
                  <a:txBody>
                    <a:bodyPr/>
                    <a:lstStyle/>
                    <a:p>
                      <a:pPr algn="l"/>
                      <a:r>
                        <a:rPr lang="vi-VN" b="1" dirty="0"/>
                        <a:t>Kỹ thuật phần mềm</a:t>
                      </a:r>
                    </a:p>
                  </a:txBody>
                  <a:tcPr>
                    <a:solidFill>
                      <a:schemeClr val="bg1"/>
                    </a:solidFill>
                  </a:tcPr>
                </a:tc>
                <a:tc>
                  <a:txBody>
                    <a:bodyPr/>
                    <a:lstStyle/>
                    <a:p>
                      <a:pPr algn="r"/>
                      <a:r>
                        <a:rPr lang="vi-VN" b="1" dirty="0"/>
                        <a:t>266</a:t>
                      </a:r>
                    </a:p>
                  </a:txBody>
                  <a:tcPr>
                    <a:solidFill>
                      <a:schemeClr val="bg1"/>
                    </a:solidFill>
                  </a:tcPr>
                </a:tc>
                <a:extLst>
                  <a:ext uri="{0D108BD9-81ED-4DB2-BD59-A6C34878D82A}">
                    <a16:rowId xmlns:a16="http://schemas.microsoft.com/office/drawing/2014/main" val="360817071"/>
                  </a:ext>
                </a:extLst>
              </a:tr>
              <a:tr h="370840">
                <a:tc>
                  <a:txBody>
                    <a:bodyPr/>
                    <a:lstStyle/>
                    <a:p>
                      <a:pPr algn="l"/>
                      <a:r>
                        <a:rPr lang="vi-VN" b="1" dirty="0"/>
                        <a:t>Hệ thống thông tin</a:t>
                      </a:r>
                    </a:p>
                  </a:txBody>
                  <a:tcPr>
                    <a:solidFill>
                      <a:schemeClr val="bg1"/>
                    </a:solidFill>
                  </a:tcPr>
                </a:tc>
                <a:tc>
                  <a:txBody>
                    <a:bodyPr/>
                    <a:lstStyle/>
                    <a:p>
                      <a:pPr algn="r"/>
                      <a:r>
                        <a:rPr lang="vi-VN" b="1" dirty="0"/>
                        <a:t>135</a:t>
                      </a:r>
                    </a:p>
                  </a:txBody>
                  <a:tcPr>
                    <a:solidFill>
                      <a:schemeClr val="bg1"/>
                    </a:solidFill>
                  </a:tcPr>
                </a:tc>
                <a:extLst>
                  <a:ext uri="{0D108BD9-81ED-4DB2-BD59-A6C34878D82A}">
                    <a16:rowId xmlns:a16="http://schemas.microsoft.com/office/drawing/2014/main" val="2404903099"/>
                  </a:ext>
                </a:extLst>
              </a:tr>
              <a:tr h="370840">
                <a:tc>
                  <a:txBody>
                    <a:bodyPr/>
                    <a:lstStyle/>
                    <a:p>
                      <a:pPr algn="l"/>
                      <a:r>
                        <a:rPr lang="vi-VN" b="1" dirty="0"/>
                        <a:t>Khoa học máy tính</a:t>
                      </a:r>
                    </a:p>
                  </a:txBody>
                  <a:tcPr>
                    <a:solidFill>
                      <a:schemeClr val="bg1"/>
                    </a:solidFill>
                  </a:tcPr>
                </a:tc>
                <a:tc>
                  <a:txBody>
                    <a:bodyPr/>
                    <a:lstStyle/>
                    <a:p>
                      <a:pPr algn="r"/>
                      <a:r>
                        <a:rPr lang="vi-VN" b="1" dirty="0"/>
                        <a:t>178</a:t>
                      </a:r>
                    </a:p>
                  </a:txBody>
                  <a:tcPr>
                    <a:solidFill>
                      <a:schemeClr val="bg1"/>
                    </a:solidFill>
                  </a:tcPr>
                </a:tc>
                <a:extLst>
                  <a:ext uri="{0D108BD9-81ED-4DB2-BD59-A6C34878D82A}">
                    <a16:rowId xmlns:a16="http://schemas.microsoft.com/office/drawing/2014/main" val="1398777828"/>
                  </a:ext>
                </a:extLst>
              </a:tr>
              <a:tr h="137381">
                <a:tc>
                  <a:txBody>
                    <a:bodyPr/>
                    <a:lstStyle/>
                    <a:p>
                      <a:pPr algn="l"/>
                      <a:r>
                        <a:rPr lang="vi-VN" b="1" dirty="0"/>
                        <a:t>Tin học Ứng dụng</a:t>
                      </a:r>
                    </a:p>
                  </a:txBody>
                  <a:tcPr>
                    <a:solidFill>
                      <a:schemeClr val="bg1"/>
                    </a:solidFill>
                  </a:tcPr>
                </a:tc>
                <a:tc>
                  <a:txBody>
                    <a:bodyPr/>
                    <a:lstStyle/>
                    <a:p>
                      <a:pPr algn="r"/>
                      <a:r>
                        <a:rPr lang="vi-VN" b="1" dirty="0"/>
                        <a:t>32</a:t>
                      </a:r>
                    </a:p>
                  </a:txBody>
                  <a:tcPr>
                    <a:solidFill>
                      <a:schemeClr val="bg1"/>
                    </a:solidFill>
                  </a:tcPr>
                </a:tc>
                <a:extLst>
                  <a:ext uri="{0D108BD9-81ED-4DB2-BD59-A6C34878D82A}">
                    <a16:rowId xmlns:a16="http://schemas.microsoft.com/office/drawing/2014/main" val="2134537807"/>
                  </a:ext>
                </a:extLst>
              </a:tr>
              <a:tr h="370840">
                <a:tc>
                  <a:txBody>
                    <a:bodyPr/>
                    <a:lstStyle/>
                    <a:p>
                      <a:pPr algn="l"/>
                      <a:r>
                        <a:rPr lang="vi-VN" b="1" dirty="0"/>
                        <a:t>Tổng</a:t>
                      </a:r>
                    </a:p>
                  </a:txBody>
                  <a:tcPr>
                    <a:solidFill>
                      <a:schemeClr val="bg1"/>
                    </a:solidFill>
                  </a:tcPr>
                </a:tc>
                <a:tc>
                  <a:txBody>
                    <a:bodyPr/>
                    <a:lstStyle/>
                    <a:p>
                      <a:pPr algn="r"/>
                      <a:r>
                        <a:rPr lang="vi-VN" b="1" dirty="0"/>
                        <a:t>1251</a:t>
                      </a:r>
                    </a:p>
                  </a:txBody>
                  <a:tcPr>
                    <a:solidFill>
                      <a:schemeClr val="bg1"/>
                    </a:solidFill>
                  </a:tcPr>
                </a:tc>
                <a:extLst>
                  <a:ext uri="{0D108BD9-81ED-4DB2-BD59-A6C34878D82A}">
                    <a16:rowId xmlns:a16="http://schemas.microsoft.com/office/drawing/2014/main" val="1312851212"/>
                  </a:ext>
                </a:extLst>
              </a:tr>
            </a:tbl>
          </a:graphicData>
        </a:graphic>
      </p:graphicFrame>
      <p:sp>
        <p:nvSpPr>
          <p:cNvPr id="6" name="Action Button: Return 5">
            <a:hlinkClick r:id="rId2" action="ppaction://hlinksldjump" highlightClick="1"/>
            <a:extLst>
              <a:ext uri="{FF2B5EF4-FFF2-40B4-BE49-F238E27FC236}">
                <a16:creationId xmlns:a16="http://schemas.microsoft.com/office/drawing/2014/main" id="{8151C0B3-E8B6-42DD-9FD2-A88B23C1BC2F}"/>
              </a:ext>
            </a:extLst>
          </p:cNvPr>
          <p:cNvSpPr/>
          <p:nvPr/>
        </p:nvSpPr>
        <p:spPr>
          <a:xfrm>
            <a:off x="9437298" y="1142415"/>
            <a:ext cx="914400" cy="903636"/>
          </a:xfrm>
          <a:prstGeom prst="actionButtonRetur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 name="Footer Placeholder 3">
            <a:extLst>
              <a:ext uri="{FF2B5EF4-FFF2-40B4-BE49-F238E27FC236}">
                <a16:creationId xmlns:a16="http://schemas.microsoft.com/office/drawing/2014/main" id="{F5B8B4DC-0001-478D-8962-B0A47CF29C3A}"/>
              </a:ext>
            </a:extLst>
          </p:cNvPr>
          <p:cNvSpPr>
            <a:spLocks noGrp="1"/>
          </p:cNvSpPr>
          <p:nvPr>
            <p:ph type="ftr" sz="quarter" idx="11"/>
          </p:nvPr>
        </p:nvSpPr>
        <p:spPr/>
        <p:txBody>
          <a:bodyPr/>
          <a:lstStyle/>
          <a:p>
            <a:r>
              <a:rPr lang="vi-VN"/>
              <a:t>Giới thiệu Đại học Cần Thơ</a:t>
            </a:r>
          </a:p>
        </p:txBody>
      </p:sp>
      <p:sp>
        <p:nvSpPr>
          <p:cNvPr id="7" name="Slide Number Placeholder 6">
            <a:extLst>
              <a:ext uri="{FF2B5EF4-FFF2-40B4-BE49-F238E27FC236}">
                <a16:creationId xmlns:a16="http://schemas.microsoft.com/office/drawing/2014/main" id="{973A2B81-11F3-4046-95C8-1428B5D43BD5}"/>
              </a:ext>
            </a:extLst>
          </p:cNvPr>
          <p:cNvSpPr>
            <a:spLocks noGrp="1"/>
          </p:cNvSpPr>
          <p:nvPr>
            <p:ph type="sldNum" sz="quarter" idx="12"/>
          </p:nvPr>
        </p:nvSpPr>
        <p:spPr/>
        <p:txBody>
          <a:bodyPr/>
          <a:lstStyle/>
          <a:p>
            <a:fld id="{967CD754-82FD-4BAE-B2EB-ECEFA41AEF96}" type="slidenum">
              <a:rPr lang="vi-VN" smtClean="0"/>
              <a:t>16</a:t>
            </a:fld>
            <a:endParaRPr lang="vi-VN"/>
          </a:p>
        </p:txBody>
      </p:sp>
    </p:spTree>
    <p:extLst>
      <p:ext uri="{BB962C8B-B14F-4D97-AF65-F5344CB8AC3E}">
        <p14:creationId xmlns:p14="http://schemas.microsoft.com/office/powerpoint/2010/main" val="38626012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E101414EE408046B6C39D59F7189ACE" ma:contentTypeVersion="4" ma:contentTypeDescription="Create a new document." ma:contentTypeScope="" ma:versionID="d39a6cd2c2027a8eba75651874f6c943">
  <xsd:schema xmlns:xsd="http://www.w3.org/2001/XMLSchema" xmlns:xs="http://www.w3.org/2001/XMLSchema" xmlns:p="http://schemas.microsoft.com/office/2006/metadata/properties" xmlns:ns3="2f12b43f-f6ce-40ca-b8e5-67bc939c6181" targetNamespace="http://schemas.microsoft.com/office/2006/metadata/properties" ma:root="true" ma:fieldsID="18d8530a56cf58666c55f21dafd2ad69" ns3:_="">
    <xsd:import namespace="2f12b43f-f6ce-40ca-b8e5-67bc939c618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12b43f-f6ce-40ca-b8e5-67bc939c618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2BF4200-F4AA-47CD-B312-59D92DD844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12b43f-f6ce-40ca-b8e5-67bc939c61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BE096C2-7AAA-4DAD-91FA-47024354191A}">
  <ds:schemaRefs>
    <ds:schemaRef ds:uri="http://schemas.microsoft.com/sharepoint/v3/contenttype/forms"/>
  </ds:schemaRefs>
</ds:datastoreItem>
</file>

<file path=customXml/itemProps3.xml><?xml version="1.0" encoding="utf-8"?>
<ds:datastoreItem xmlns:ds="http://schemas.openxmlformats.org/officeDocument/2006/customXml" ds:itemID="{F445EFFA-8018-449C-A7E1-B6333C722EAC}">
  <ds:schemaRefs>
    <ds:schemaRef ds:uri="http://purl.org/dc/terms/"/>
    <ds:schemaRef ds:uri="http://schemas.microsoft.com/office/2006/documentManagement/types"/>
    <ds:schemaRef ds:uri="http://purl.org/dc/dcmitype/"/>
    <ds:schemaRef ds:uri="http://schemas.openxmlformats.org/package/2006/metadata/core-properties"/>
    <ds:schemaRef ds:uri="http://purl.org/dc/elements/1.1/"/>
    <ds:schemaRef ds:uri="http://schemas.microsoft.com/office/infopath/2007/PartnerControls"/>
    <ds:schemaRef ds:uri="2f12b43f-f6ce-40ca-b8e5-67bc939c6181"/>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TM04033925[[fn=Droplet]]</Template>
  <TotalTime>289</TotalTime>
  <Words>829</Words>
  <Application>Microsoft Office PowerPoint</Application>
  <PresentationFormat>Widescreen</PresentationFormat>
  <Paragraphs>134</Paragraphs>
  <Slides>16</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Slide Titles</vt:lpstr>
      </vt:variant>
      <vt:variant>
        <vt:i4>16</vt:i4>
      </vt:variant>
      <vt:variant>
        <vt:lpstr>Custom Shows</vt:lpstr>
      </vt:variant>
      <vt:variant>
        <vt:i4>2</vt:i4>
      </vt:variant>
    </vt:vector>
  </HeadingPairs>
  <TitlesOfParts>
    <vt:vector size="24" baseType="lpstr">
      <vt:lpstr>Arial</vt:lpstr>
      <vt:lpstr>Calibri</vt:lpstr>
      <vt:lpstr>Times New Roman</vt:lpstr>
      <vt:lpstr>Tw Cen MT</vt:lpstr>
      <vt:lpstr>Wingdings</vt:lpstr>
      <vt:lpstr>Droplet</vt:lpstr>
      <vt:lpstr>ĐẠI HỌC CẦN THƠ - QUÁ TRÌNH HÌNH THÀNH VÀ PHÁT TRIỂN</vt:lpstr>
      <vt:lpstr>NỘI DUNG</vt:lpstr>
      <vt:lpstr>THỜI KỲ VIỆN ĐẠI HỌC CẦN THƠ (1966 - 1975)</vt:lpstr>
      <vt:lpstr>THỜI KỲ VIỆN ĐẠI HỌC CẦN THƠ (1966 - 1975)</vt:lpstr>
      <vt:lpstr>ĐHCT GIAI ĐOẠN SAU NĂM 1975</vt:lpstr>
      <vt:lpstr>ĐHCT GIAI ĐOẠN SAU NĂM 1975</vt:lpstr>
      <vt:lpstr>ĐHCT GIAI ĐOẠN SAU NĂM 1975</vt:lpstr>
      <vt:lpstr>ĐHCT GIAI ĐOẠN SAU NĂM 1975</vt:lpstr>
      <vt:lpstr>ĐHCT GIAI ĐOẠN SAU NĂM 1975</vt:lpstr>
      <vt:lpstr>ĐHCT GIAI ĐOẠN SAU NĂM 1975</vt:lpstr>
      <vt:lpstr>ĐHCT GIAI ĐOẠN SAU NĂM 1975</vt:lpstr>
      <vt:lpstr>ĐHCT GIAI ĐOẠN SAU NĂM 1975</vt:lpstr>
      <vt:lpstr>ĐHCT GIAI ĐOẠN SAU NĂM 1975</vt:lpstr>
      <vt:lpstr>Cám ơn sự chú ý của quý vị</vt:lpstr>
      <vt:lpstr>Ví dụ: sử dụng một đoạn trích dẫn khi giới thiệu</vt:lpstr>
      <vt:lpstr>Ví dụ minh chứng một vấn đề</vt:lpstr>
      <vt:lpstr>KHTN</vt:lpstr>
      <vt:lpstr>CNTT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Tran Diep Chan Huy - B2611260</dc:creator>
  <cp:lastModifiedBy>Doan Hoang Khoi - B2611262</cp:lastModifiedBy>
  <cp:revision>28</cp:revision>
  <dcterms:created xsi:type="dcterms:W3CDTF">2026-10-07T13:12:28Z</dcterms:created>
  <dcterms:modified xsi:type="dcterms:W3CDTF">2026-10-08T17:03:06Z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0x0101000E101414EE408046B6C39D59F7189ACE</vt:lpwstr>
  </property>
</Properties>
</file>