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8" r:id="rId6"/>
    <p:sldId id="259" r:id="rId7"/>
    <p:sldId id="260" r:id="rId8"/>
    <p:sldId id="261" r:id="rId9"/>
    <p:sldId id="262" r:id="rId10"/>
    <p:sldId id="263" r:id="rId11"/>
    <p:sldId id="264" r:id="rId12"/>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6633"/>
    <a:srgbClr val="99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6" autoAdjust="0"/>
    <p:restoredTop sz="94660"/>
  </p:normalViewPr>
  <p:slideViewPr>
    <p:cSldViewPr snapToGrid="0">
      <p:cViewPr varScale="1">
        <p:scale>
          <a:sx n="37" d="100"/>
          <a:sy n="37" d="100"/>
        </p:scale>
        <p:origin x="56" y="6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5DA2E-BAD5-4E77-B75E-FE93B87F13C2}"/>
              </a:ext>
            </a:extLst>
          </p:cNvPr>
          <p:cNvSpPr>
            <a:spLocks noGrp="1"/>
          </p:cNvSpPr>
          <p:nvPr>
            <p:ph type="ctrTitle" hasCustomPrompt="1"/>
          </p:nvPr>
        </p:nvSpPr>
        <p:spPr>
          <a:xfrm>
            <a:off x="1524000" y="1122363"/>
            <a:ext cx="9144000" cy="2387600"/>
          </a:xfrm>
        </p:spPr>
        <p:txBody>
          <a:bodyPr anchor="b">
            <a:normAutofit/>
          </a:bodyPr>
          <a:lstStyle>
            <a:lvl1pPr algn="ctr">
              <a:defRPr sz="5000" b="1" i="0" baseline="0">
                <a:solidFill>
                  <a:srgbClr val="996633"/>
                </a:solidFill>
                <a:latin typeface="Times New Roman" panose="02020603050405020304" pitchFamily="18" charset="0"/>
              </a:defRPr>
            </a:lvl1pPr>
          </a:lstStyle>
          <a:p>
            <a:r>
              <a:rPr lang="en-US" b="1" i="0" baseline="0" dirty="0">
                <a:solidFill>
                  <a:srgbClr val="996633"/>
                </a:solidFill>
              </a:rPr>
              <a:t>BỐ CỤC MỘT BÀI THUYẾT TRÌNH</a:t>
            </a:r>
            <a:endParaRPr lang="vi-VN" dirty="0"/>
          </a:p>
        </p:txBody>
      </p:sp>
      <p:sp>
        <p:nvSpPr>
          <p:cNvPr id="3" name="Subtitle 2">
            <a:extLst>
              <a:ext uri="{FF2B5EF4-FFF2-40B4-BE49-F238E27FC236}">
                <a16:creationId xmlns:a16="http://schemas.microsoft.com/office/drawing/2014/main" id="{58581120-A859-4351-A9F1-A6520AA372B6}"/>
              </a:ext>
            </a:extLst>
          </p:cNvPr>
          <p:cNvSpPr>
            <a:spLocks noGrp="1"/>
          </p:cNvSpPr>
          <p:nvPr>
            <p:ph type="subTitle" idx="1" hasCustomPrompt="1"/>
          </p:nvPr>
        </p:nvSpPr>
        <p:spPr>
          <a:xfrm>
            <a:off x="1524000" y="3602038"/>
            <a:ext cx="9144000" cy="1655762"/>
          </a:xfrm>
        </p:spPr>
        <p:txBody>
          <a:bodyPr/>
          <a:lstStyle>
            <a:lvl1pPr marL="0" indent="0" algn="ctr">
              <a:buNone/>
              <a:defRPr sz="3200" b="1" i="0" baseline="0">
                <a:latin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ThS</a:t>
            </a:r>
            <a:r>
              <a:rPr lang="en-US" dirty="0"/>
              <a:t>. </a:t>
            </a:r>
            <a:r>
              <a:rPr lang="en-US" dirty="0" err="1"/>
              <a:t>Họ</a:t>
            </a:r>
            <a:r>
              <a:rPr lang="en-US" dirty="0"/>
              <a:t> </a:t>
            </a:r>
            <a:r>
              <a:rPr lang="en-US" dirty="0" err="1"/>
              <a:t>và</a:t>
            </a:r>
            <a:r>
              <a:rPr lang="en-US" dirty="0"/>
              <a:t> </a:t>
            </a:r>
            <a:r>
              <a:rPr lang="en-US" dirty="0" err="1"/>
              <a:t>Tên</a:t>
            </a:r>
            <a:endParaRPr lang="vi-VN" dirty="0"/>
          </a:p>
        </p:txBody>
      </p:sp>
    </p:spTree>
    <p:extLst>
      <p:ext uri="{BB962C8B-B14F-4D97-AF65-F5344CB8AC3E}">
        <p14:creationId xmlns:p14="http://schemas.microsoft.com/office/powerpoint/2010/main" val="5312474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22484-A463-40A0-97B4-AA1CD9DBB3FB}"/>
              </a:ext>
            </a:extLst>
          </p:cNvPr>
          <p:cNvSpPr>
            <a:spLocks noGrp="1"/>
          </p:cNvSpPr>
          <p:nvPr>
            <p:ph type="title"/>
          </p:nvPr>
        </p:nvSpPr>
        <p:spPr/>
        <p:txBody>
          <a:bodyPr/>
          <a:lstStyle>
            <a:lvl1pPr>
              <a:defRPr/>
            </a:lvl1pPr>
          </a:lstStyle>
          <a:p>
            <a:endParaRPr lang="vi-VN" dirty="0"/>
          </a:p>
        </p:txBody>
      </p:sp>
      <p:sp>
        <p:nvSpPr>
          <p:cNvPr id="3" name="Content Placeholder 2">
            <a:extLst>
              <a:ext uri="{FF2B5EF4-FFF2-40B4-BE49-F238E27FC236}">
                <a16:creationId xmlns:a16="http://schemas.microsoft.com/office/drawing/2014/main" id="{85CE3457-5793-4365-A6DB-6307501C9321}"/>
              </a:ext>
            </a:extLst>
          </p:cNvPr>
          <p:cNvSpPr>
            <a:spLocks noGrp="1"/>
          </p:cNvSpPr>
          <p:nvPr>
            <p:ph idx="1" hasCustomPrompt="1"/>
          </p:nvPr>
        </p:nvSpPr>
        <p:spPr/>
        <p:txBody>
          <a:bodyPr/>
          <a:lstStyle>
            <a:lvl1pPr>
              <a:defRPr/>
            </a:lvl1pPr>
          </a:lstStyle>
          <a:p>
            <a:pPr lvl="1"/>
            <a:r>
              <a:rPr lang="en-US" dirty="0"/>
              <a:t>Second level</a:t>
            </a:r>
          </a:p>
          <a:p>
            <a:pPr lvl="2"/>
            <a:r>
              <a:rPr lang="en-US" dirty="0"/>
              <a:t>Third level</a:t>
            </a:r>
          </a:p>
          <a:p>
            <a:pPr lvl="3"/>
            <a:r>
              <a:rPr lang="en-US" dirty="0"/>
              <a:t>Fourth level</a:t>
            </a:r>
          </a:p>
          <a:p>
            <a:pPr lvl="4"/>
            <a:r>
              <a:rPr lang="en-US" dirty="0"/>
              <a:t>Fifth level</a:t>
            </a:r>
            <a:endParaRPr lang="vi-VN" dirty="0"/>
          </a:p>
        </p:txBody>
      </p:sp>
      <p:sp>
        <p:nvSpPr>
          <p:cNvPr id="4" name="Date Placeholder 3">
            <a:extLst>
              <a:ext uri="{FF2B5EF4-FFF2-40B4-BE49-F238E27FC236}">
                <a16:creationId xmlns:a16="http://schemas.microsoft.com/office/drawing/2014/main" id="{BA258D07-EDEC-43C8-8FF6-A07A77981B4F}"/>
              </a:ext>
            </a:extLst>
          </p:cNvPr>
          <p:cNvSpPr>
            <a:spLocks noGrp="1"/>
          </p:cNvSpPr>
          <p:nvPr>
            <p:ph type="dt" sz="half" idx="10"/>
          </p:nvPr>
        </p:nvSpPr>
        <p:spPr/>
        <p:txBody>
          <a:bodyPr/>
          <a:lstStyle/>
          <a:p>
            <a:fld id="{C7CB906B-F87D-4078-BD6F-99982B1CC6E5}" type="datetimeFigureOut">
              <a:rPr lang="vi-VN" smtClean="0"/>
              <a:t>08/10/2026</a:t>
            </a:fld>
            <a:endParaRPr lang="vi-VN"/>
          </a:p>
        </p:txBody>
      </p:sp>
      <p:sp>
        <p:nvSpPr>
          <p:cNvPr id="5" name="Footer Placeholder 4">
            <a:extLst>
              <a:ext uri="{FF2B5EF4-FFF2-40B4-BE49-F238E27FC236}">
                <a16:creationId xmlns:a16="http://schemas.microsoft.com/office/drawing/2014/main" id="{18FFE981-788E-4553-9FDC-9D2BDB26C69A}"/>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5C62FBD0-658D-40A7-A05E-51EFD835ACC4}"/>
              </a:ext>
            </a:extLst>
          </p:cNvPr>
          <p:cNvSpPr>
            <a:spLocks noGrp="1"/>
          </p:cNvSpPr>
          <p:nvPr>
            <p:ph type="sldNum" sz="quarter" idx="12"/>
          </p:nvPr>
        </p:nvSpPr>
        <p:spPr/>
        <p:txBody>
          <a:bodyPr/>
          <a:lstStyle/>
          <a:p>
            <a:fld id="{967CD754-82FD-4BAE-B2EB-ECEFA41AEF96}" type="slidenum">
              <a:rPr lang="vi-VN" smtClean="0"/>
              <a:t>‹#›</a:t>
            </a:fld>
            <a:endParaRPr lang="vi-VN"/>
          </a:p>
        </p:txBody>
      </p:sp>
    </p:spTree>
    <p:extLst>
      <p:ext uri="{BB962C8B-B14F-4D97-AF65-F5344CB8AC3E}">
        <p14:creationId xmlns:p14="http://schemas.microsoft.com/office/powerpoint/2010/main" val="23488000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4CC05-EE3B-4967-912C-89530737C0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CF9033C0-1B14-4785-AAA4-2E5A41F8AF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A08172-2B55-4FE5-AFC5-7DC764777666}"/>
              </a:ext>
            </a:extLst>
          </p:cNvPr>
          <p:cNvSpPr>
            <a:spLocks noGrp="1"/>
          </p:cNvSpPr>
          <p:nvPr>
            <p:ph type="dt" sz="half" idx="10"/>
          </p:nvPr>
        </p:nvSpPr>
        <p:spPr/>
        <p:txBody>
          <a:bodyPr/>
          <a:lstStyle/>
          <a:p>
            <a:fld id="{C7CB906B-F87D-4078-BD6F-99982B1CC6E5}" type="datetimeFigureOut">
              <a:rPr lang="vi-VN" smtClean="0"/>
              <a:t>08/10/2026</a:t>
            </a:fld>
            <a:endParaRPr lang="vi-VN"/>
          </a:p>
        </p:txBody>
      </p:sp>
      <p:sp>
        <p:nvSpPr>
          <p:cNvPr id="5" name="Footer Placeholder 4">
            <a:extLst>
              <a:ext uri="{FF2B5EF4-FFF2-40B4-BE49-F238E27FC236}">
                <a16:creationId xmlns:a16="http://schemas.microsoft.com/office/drawing/2014/main" id="{BCEC9204-0E91-40C4-B91E-6DE83FE65F5E}"/>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DED5FD4F-97F2-45E8-9128-78300D4732DE}"/>
              </a:ext>
            </a:extLst>
          </p:cNvPr>
          <p:cNvSpPr>
            <a:spLocks noGrp="1"/>
          </p:cNvSpPr>
          <p:nvPr>
            <p:ph type="sldNum" sz="quarter" idx="12"/>
          </p:nvPr>
        </p:nvSpPr>
        <p:spPr/>
        <p:txBody>
          <a:bodyPr/>
          <a:lstStyle/>
          <a:p>
            <a:fld id="{967CD754-82FD-4BAE-B2EB-ECEFA41AEF96}" type="slidenum">
              <a:rPr lang="vi-VN" smtClean="0"/>
              <a:t>‹#›</a:t>
            </a:fld>
            <a:endParaRPr lang="vi-VN"/>
          </a:p>
        </p:txBody>
      </p:sp>
    </p:spTree>
    <p:extLst>
      <p:ext uri="{BB962C8B-B14F-4D97-AF65-F5344CB8AC3E}">
        <p14:creationId xmlns:p14="http://schemas.microsoft.com/office/powerpoint/2010/main" val="3829448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B9159-04BA-498D-BEB6-156CE1BBC3D7}"/>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FCB7F7EF-40B8-4A08-ABF8-5690F8FD6F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F66536AC-8974-47D8-B2E3-3FB43A571EE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CBA2800F-6AE6-4F0D-888C-22BC540BD66E}"/>
              </a:ext>
            </a:extLst>
          </p:cNvPr>
          <p:cNvSpPr>
            <a:spLocks noGrp="1"/>
          </p:cNvSpPr>
          <p:nvPr>
            <p:ph type="dt" sz="half" idx="10"/>
          </p:nvPr>
        </p:nvSpPr>
        <p:spPr/>
        <p:txBody>
          <a:bodyPr/>
          <a:lstStyle/>
          <a:p>
            <a:fld id="{C7CB906B-F87D-4078-BD6F-99982B1CC6E5}" type="datetimeFigureOut">
              <a:rPr lang="vi-VN" smtClean="0"/>
              <a:t>08/10/2026</a:t>
            </a:fld>
            <a:endParaRPr lang="vi-VN"/>
          </a:p>
        </p:txBody>
      </p:sp>
      <p:sp>
        <p:nvSpPr>
          <p:cNvPr id="6" name="Footer Placeholder 5">
            <a:extLst>
              <a:ext uri="{FF2B5EF4-FFF2-40B4-BE49-F238E27FC236}">
                <a16:creationId xmlns:a16="http://schemas.microsoft.com/office/drawing/2014/main" id="{984BE145-B37F-4901-9DED-70F2371F4B99}"/>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2E69B8E3-315A-44E1-BF97-2107EF296C40}"/>
              </a:ext>
            </a:extLst>
          </p:cNvPr>
          <p:cNvSpPr>
            <a:spLocks noGrp="1"/>
          </p:cNvSpPr>
          <p:nvPr>
            <p:ph type="sldNum" sz="quarter" idx="12"/>
          </p:nvPr>
        </p:nvSpPr>
        <p:spPr/>
        <p:txBody>
          <a:bodyPr/>
          <a:lstStyle/>
          <a:p>
            <a:fld id="{967CD754-82FD-4BAE-B2EB-ECEFA41AEF96}" type="slidenum">
              <a:rPr lang="vi-VN" smtClean="0"/>
              <a:t>‹#›</a:t>
            </a:fld>
            <a:endParaRPr lang="vi-VN"/>
          </a:p>
        </p:txBody>
      </p:sp>
    </p:spTree>
    <p:extLst>
      <p:ext uri="{BB962C8B-B14F-4D97-AF65-F5344CB8AC3E}">
        <p14:creationId xmlns:p14="http://schemas.microsoft.com/office/powerpoint/2010/main" val="1357358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9E9B3-FBCE-4ED0-B9F1-24B20DD0A9A7}"/>
              </a:ext>
            </a:extLst>
          </p:cNvPr>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766509E3-F10C-48EA-9CCE-46A084E8BA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CD1AE0-1A73-418D-A9E3-3BF638D37E5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85913CF6-69A8-461E-9A11-DEEAB85ED0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AD1030-4732-433D-8BE1-A4044326EA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7397FA6D-A188-4D81-A9D5-78F978787F2F}"/>
              </a:ext>
            </a:extLst>
          </p:cNvPr>
          <p:cNvSpPr>
            <a:spLocks noGrp="1"/>
          </p:cNvSpPr>
          <p:nvPr>
            <p:ph type="dt" sz="half" idx="10"/>
          </p:nvPr>
        </p:nvSpPr>
        <p:spPr/>
        <p:txBody>
          <a:bodyPr/>
          <a:lstStyle/>
          <a:p>
            <a:fld id="{C7CB906B-F87D-4078-BD6F-99982B1CC6E5}" type="datetimeFigureOut">
              <a:rPr lang="vi-VN" smtClean="0"/>
              <a:t>08/10/2026</a:t>
            </a:fld>
            <a:endParaRPr lang="vi-VN"/>
          </a:p>
        </p:txBody>
      </p:sp>
      <p:sp>
        <p:nvSpPr>
          <p:cNvPr id="8" name="Footer Placeholder 7">
            <a:extLst>
              <a:ext uri="{FF2B5EF4-FFF2-40B4-BE49-F238E27FC236}">
                <a16:creationId xmlns:a16="http://schemas.microsoft.com/office/drawing/2014/main" id="{0023FA8B-61E9-4672-8ED0-37FA3FF1A0CD}"/>
              </a:ext>
            </a:extLst>
          </p:cNvPr>
          <p:cNvSpPr>
            <a:spLocks noGrp="1"/>
          </p:cNvSpPr>
          <p:nvPr>
            <p:ph type="ftr" sz="quarter" idx="11"/>
          </p:nvPr>
        </p:nvSpPr>
        <p:spPr/>
        <p:txBody>
          <a:bodyPr/>
          <a:lstStyle/>
          <a:p>
            <a:endParaRPr lang="vi-VN"/>
          </a:p>
        </p:txBody>
      </p:sp>
      <p:sp>
        <p:nvSpPr>
          <p:cNvPr id="9" name="Slide Number Placeholder 8">
            <a:extLst>
              <a:ext uri="{FF2B5EF4-FFF2-40B4-BE49-F238E27FC236}">
                <a16:creationId xmlns:a16="http://schemas.microsoft.com/office/drawing/2014/main" id="{88F78651-F70A-4A0D-9B6B-F79B8C610D39}"/>
              </a:ext>
            </a:extLst>
          </p:cNvPr>
          <p:cNvSpPr>
            <a:spLocks noGrp="1"/>
          </p:cNvSpPr>
          <p:nvPr>
            <p:ph type="sldNum" sz="quarter" idx="12"/>
          </p:nvPr>
        </p:nvSpPr>
        <p:spPr/>
        <p:txBody>
          <a:bodyPr/>
          <a:lstStyle/>
          <a:p>
            <a:fld id="{967CD754-82FD-4BAE-B2EB-ECEFA41AEF96}" type="slidenum">
              <a:rPr lang="vi-VN" smtClean="0"/>
              <a:t>‹#›</a:t>
            </a:fld>
            <a:endParaRPr lang="vi-VN"/>
          </a:p>
        </p:txBody>
      </p:sp>
    </p:spTree>
    <p:extLst>
      <p:ext uri="{BB962C8B-B14F-4D97-AF65-F5344CB8AC3E}">
        <p14:creationId xmlns:p14="http://schemas.microsoft.com/office/powerpoint/2010/main" val="3493643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27F65-3900-4E6F-92C3-13548B13218E}"/>
              </a:ext>
            </a:extLst>
          </p:cNvPr>
          <p:cNvSpPr>
            <a:spLocks noGrp="1"/>
          </p:cNvSpPr>
          <p:nvPr>
            <p:ph type="title"/>
          </p:nvPr>
        </p:nvSpPr>
        <p:spPr/>
        <p:txBody>
          <a:bodyPr/>
          <a:lstStyle>
            <a:lvl1pPr>
              <a:defRPr baseline="0">
                <a:solidFill>
                  <a:schemeClr val="tx1"/>
                </a:solidFill>
              </a:defRPr>
            </a:lvl1pPr>
          </a:lstStyle>
          <a:p>
            <a:r>
              <a:rPr lang="en-US" dirty="0"/>
              <a:t>Click to edit Master title style</a:t>
            </a:r>
            <a:endParaRPr lang="vi-VN" dirty="0"/>
          </a:p>
        </p:txBody>
      </p:sp>
      <p:sp>
        <p:nvSpPr>
          <p:cNvPr id="3" name="Date Placeholder 2">
            <a:extLst>
              <a:ext uri="{FF2B5EF4-FFF2-40B4-BE49-F238E27FC236}">
                <a16:creationId xmlns:a16="http://schemas.microsoft.com/office/drawing/2014/main" id="{91E35247-976B-41D7-AABB-A59CF605D97A}"/>
              </a:ext>
            </a:extLst>
          </p:cNvPr>
          <p:cNvSpPr>
            <a:spLocks noGrp="1"/>
          </p:cNvSpPr>
          <p:nvPr>
            <p:ph type="dt" sz="half" idx="10"/>
          </p:nvPr>
        </p:nvSpPr>
        <p:spPr/>
        <p:txBody>
          <a:bodyPr/>
          <a:lstStyle/>
          <a:p>
            <a:fld id="{C7CB906B-F87D-4078-BD6F-99982B1CC6E5}" type="datetimeFigureOut">
              <a:rPr lang="vi-VN" smtClean="0"/>
              <a:t>08/10/2026</a:t>
            </a:fld>
            <a:endParaRPr lang="vi-VN"/>
          </a:p>
        </p:txBody>
      </p:sp>
      <p:sp>
        <p:nvSpPr>
          <p:cNvPr id="4" name="Footer Placeholder 3">
            <a:extLst>
              <a:ext uri="{FF2B5EF4-FFF2-40B4-BE49-F238E27FC236}">
                <a16:creationId xmlns:a16="http://schemas.microsoft.com/office/drawing/2014/main" id="{C0D9B72E-671F-4DD8-911A-E17531300E9E}"/>
              </a:ext>
            </a:extLst>
          </p:cNvPr>
          <p:cNvSpPr>
            <a:spLocks noGrp="1"/>
          </p:cNvSpPr>
          <p:nvPr>
            <p:ph type="ftr" sz="quarter" idx="11"/>
          </p:nvPr>
        </p:nvSpPr>
        <p:spPr/>
        <p:txBody>
          <a:bodyPr/>
          <a:lstStyle/>
          <a:p>
            <a:endParaRPr lang="vi-VN"/>
          </a:p>
        </p:txBody>
      </p:sp>
      <p:sp>
        <p:nvSpPr>
          <p:cNvPr id="5" name="Slide Number Placeholder 4">
            <a:extLst>
              <a:ext uri="{FF2B5EF4-FFF2-40B4-BE49-F238E27FC236}">
                <a16:creationId xmlns:a16="http://schemas.microsoft.com/office/drawing/2014/main" id="{46F209BB-5E66-480C-B60B-C4C2FAB60AC2}"/>
              </a:ext>
            </a:extLst>
          </p:cNvPr>
          <p:cNvSpPr>
            <a:spLocks noGrp="1"/>
          </p:cNvSpPr>
          <p:nvPr>
            <p:ph type="sldNum" sz="quarter" idx="12"/>
          </p:nvPr>
        </p:nvSpPr>
        <p:spPr/>
        <p:txBody>
          <a:bodyPr/>
          <a:lstStyle/>
          <a:p>
            <a:fld id="{967CD754-82FD-4BAE-B2EB-ECEFA41AEF96}" type="slidenum">
              <a:rPr lang="vi-VN" smtClean="0"/>
              <a:t>‹#›</a:t>
            </a:fld>
            <a:endParaRPr lang="vi-VN"/>
          </a:p>
        </p:txBody>
      </p:sp>
    </p:spTree>
    <p:extLst>
      <p:ext uri="{BB962C8B-B14F-4D97-AF65-F5344CB8AC3E}">
        <p14:creationId xmlns:p14="http://schemas.microsoft.com/office/powerpoint/2010/main" val="35849060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E806A4-8E2E-40BB-ACFB-9F314B09AB5F}"/>
              </a:ext>
            </a:extLst>
          </p:cNvPr>
          <p:cNvSpPr>
            <a:spLocks noGrp="1"/>
          </p:cNvSpPr>
          <p:nvPr>
            <p:ph type="dt" sz="half" idx="10"/>
          </p:nvPr>
        </p:nvSpPr>
        <p:spPr/>
        <p:txBody>
          <a:bodyPr/>
          <a:lstStyle/>
          <a:p>
            <a:fld id="{C7CB906B-F87D-4078-BD6F-99982B1CC6E5}" type="datetimeFigureOut">
              <a:rPr lang="vi-VN" smtClean="0"/>
              <a:t>08/10/2026</a:t>
            </a:fld>
            <a:endParaRPr lang="vi-VN"/>
          </a:p>
        </p:txBody>
      </p:sp>
      <p:sp>
        <p:nvSpPr>
          <p:cNvPr id="3" name="Footer Placeholder 2">
            <a:extLst>
              <a:ext uri="{FF2B5EF4-FFF2-40B4-BE49-F238E27FC236}">
                <a16:creationId xmlns:a16="http://schemas.microsoft.com/office/drawing/2014/main" id="{FD0524A8-EE64-4890-995C-45130A9750C8}"/>
              </a:ext>
            </a:extLst>
          </p:cNvPr>
          <p:cNvSpPr>
            <a:spLocks noGrp="1"/>
          </p:cNvSpPr>
          <p:nvPr>
            <p:ph type="ftr" sz="quarter" idx="11"/>
          </p:nvPr>
        </p:nvSpPr>
        <p:spPr/>
        <p:txBody>
          <a:bodyPr/>
          <a:lstStyle/>
          <a:p>
            <a:endParaRPr lang="vi-VN"/>
          </a:p>
        </p:txBody>
      </p:sp>
      <p:sp>
        <p:nvSpPr>
          <p:cNvPr id="4" name="Slide Number Placeholder 3">
            <a:extLst>
              <a:ext uri="{FF2B5EF4-FFF2-40B4-BE49-F238E27FC236}">
                <a16:creationId xmlns:a16="http://schemas.microsoft.com/office/drawing/2014/main" id="{385DECD7-DD1E-488B-A005-E71FB3B3BFCA}"/>
              </a:ext>
            </a:extLst>
          </p:cNvPr>
          <p:cNvSpPr>
            <a:spLocks noGrp="1"/>
          </p:cNvSpPr>
          <p:nvPr>
            <p:ph type="sldNum" sz="quarter" idx="12"/>
          </p:nvPr>
        </p:nvSpPr>
        <p:spPr/>
        <p:txBody>
          <a:bodyPr/>
          <a:lstStyle/>
          <a:p>
            <a:fld id="{967CD754-82FD-4BAE-B2EB-ECEFA41AEF96}" type="slidenum">
              <a:rPr lang="vi-VN" smtClean="0"/>
              <a:t>‹#›</a:t>
            </a:fld>
            <a:endParaRPr lang="vi-VN"/>
          </a:p>
        </p:txBody>
      </p:sp>
    </p:spTree>
    <p:extLst>
      <p:ext uri="{BB962C8B-B14F-4D97-AF65-F5344CB8AC3E}">
        <p14:creationId xmlns:p14="http://schemas.microsoft.com/office/powerpoint/2010/main" val="40170202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2E03E-1B95-4933-80C0-6B1D3F8469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CCFF0F47-54EE-4301-A071-711833EB57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23A23D11-E16A-452E-86E3-C36F4CCA6B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261C77-C0FE-4483-B403-86A52DF41BC7}"/>
              </a:ext>
            </a:extLst>
          </p:cNvPr>
          <p:cNvSpPr>
            <a:spLocks noGrp="1"/>
          </p:cNvSpPr>
          <p:nvPr>
            <p:ph type="dt" sz="half" idx="10"/>
          </p:nvPr>
        </p:nvSpPr>
        <p:spPr/>
        <p:txBody>
          <a:bodyPr/>
          <a:lstStyle/>
          <a:p>
            <a:fld id="{C7CB906B-F87D-4078-BD6F-99982B1CC6E5}" type="datetimeFigureOut">
              <a:rPr lang="vi-VN" smtClean="0"/>
              <a:t>08/10/2026</a:t>
            </a:fld>
            <a:endParaRPr lang="vi-VN"/>
          </a:p>
        </p:txBody>
      </p:sp>
      <p:sp>
        <p:nvSpPr>
          <p:cNvPr id="6" name="Footer Placeholder 5">
            <a:extLst>
              <a:ext uri="{FF2B5EF4-FFF2-40B4-BE49-F238E27FC236}">
                <a16:creationId xmlns:a16="http://schemas.microsoft.com/office/drawing/2014/main" id="{BE751CE2-8B7B-4557-ADFF-5B0F1162664A}"/>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C69F115B-FF60-4888-93E2-A2DBFBB0162B}"/>
              </a:ext>
            </a:extLst>
          </p:cNvPr>
          <p:cNvSpPr>
            <a:spLocks noGrp="1"/>
          </p:cNvSpPr>
          <p:nvPr>
            <p:ph type="sldNum" sz="quarter" idx="12"/>
          </p:nvPr>
        </p:nvSpPr>
        <p:spPr/>
        <p:txBody>
          <a:bodyPr/>
          <a:lstStyle/>
          <a:p>
            <a:fld id="{967CD754-82FD-4BAE-B2EB-ECEFA41AEF96}" type="slidenum">
              <a:rPr lang="vi-VN" smtClean="0"/>
              <a:t>‹#›</a:t>
            </a:fld>
            <a:endParaRPr lang="vi-VN"/>
          </a:p>
        </p:txBody>
      </p:sp>
    </p:spTree>
    <p:extLst>
      <p:ext uri="{BB962C8B-B14F-4D97-AF65-F5344CB8AC3E}">
        <p14:creationId xmlns:p14="http://schemas.microsoft.com/office/powerpoint/2010/main" val="367685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787B8-7469-4902-BCB1-7E7E976976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A88F539F-DA4D-49A9-BB52-D4D7A3E9993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3BD9141F-7F34-438A-9921-73EA5BD585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B374F7-3ECC-458F-A932-415E51DC1971}"/>
              </a:ext>
            </a:extLst>
          </p:cNvPr>
          <p:cNvSpPr>
            <a:spLocks noGrp="1"/>
          </p:cNvSpPr>
          <p:nvPr>
            <p:ph type="dt" sz="half" idx="10"/>
          </p:nvPr>
        </p:nvSpPr>
        <p:spPr/>
        <p:txBody>
          <a:bodyPr/>
          <a:lstStyle/>
          <a:p>
            <a:fld id="{C7CB906B-F87D-4078-BD6F-99982B1CC6E5}" type="datetimeFigureOut">
              <a:rPr lang="vi-VN" smtClean="0"/>
              <a:t>08/10/2026</a:t>
            </a:fld>
            <a:endParaRPr lang="vi-VN"/>
          </a:p>
        </p:txBody>
      </p:sp>
      <p:sp>
        <p:nvSpPr>
          <p:cNvPr id="6" name="Footer Placeholder 5">
            <a:extLst>
              <a:ext uri="{FF2B5EF4-FFF2-40B4-BE49-F238E27FC236}">
                <a16:creationId xmlns:a16="http://schemas.microsoft.com/office/drawing/2014/main" id="{2FC7A92A-E501-465D-B042-78F6C2404CB3}"/>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36489DB3-DF7F-48F1-B872-5E388F106367}"/>
              </a:ext>
            </a:extLst>
          </p:cNvPr>
          <p:cNvSpPr>
            <a:spLocks noGrp="1"/>
          </p:cNvSpPr>
          <p:nvPr>
            <p:ph type="sldNum" sz="quarter" idx="12"/>
          </p:nvPr>
        </p:nvSpPr>
        <p:spPr/>
        <p:txBody>
          <a:bodyPr/>
          <a:lstStyle/>
          <a:p>
            <a:fld id="{967CD754-82FD-4BAE-B2EB-ECEFA41AEF96}" type="slidenum">
              <a:rPr lang="vi-VN" smtClean="0"/>
              <a:t>‹#›</a:t>
            </a:fld>
            <a:endParaRPr lang="vi-VN"/>
          </a:p>
        </p:txBody>
      </p:sp>
    </p:spTree>
    <p:extLst>
      <p:ext uri="{BB962C8B-B14F-4D97-AF65-F5344CB8AC3E}">
        <p14:creationId xmlns:p14="http://schemas.microsoft.com/office/powerpoint/2010/main" val="2716280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596E5-6E2F-4C21-A1D5-B59CA4318803}"/>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8DC5C019-1786-4FF2-988D-9F5DFAA9FE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DC61CAA6-1329-4922-B8D1-B2B0019C0876}"/>
              </a:ext>
            </a:extLst>
          </p:cNvPr>
          <p:cNvSpPr>
            <a:spLocks noGrp="1"/>
          </p:cNvSpPr>
          <p:nvPr>
            <p:ph type="dt" sz="half" idx="10"/>
          </p:nvPr>
        </p:nvSpPr>
        <p:spPr/>
        <p:txBody>
          <a:bodyPr/>
          <a:lstStyle/>
          <a:p>
            <a:fld id="{C7CB906B-F87D-4078-BD6F-99982B1CC6E5}" type="datetimeFigureOut">
              <a:rPr lang="vi-VN" smtClean="0"/>
              <a:t>08/10/2026</a:t>
            </a:fld>
            <a:endParaRPr lang="vi-VN"/>
          </a:p>
        </p:txBody>
      </p:sp>
      <p:sp>
        <p:nvSpPr>
          <p:cNvPr id="5" name="Footer Placeholder 4">
            <a:extLst>
              <a:ext uri="{FF2B5EF4-FFF2-40B4-BE49-F238E27FC236}">
                <a16:creationId xmlns:a16="http://schemas.microsoft.com/office/drawing/2014/main" id="{C5336406-5334-4612-BEC1-057FA6005D75}"/>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9C89636C-3408-4C65-A498-6A07FF57D42E}"/>
              </a:ext>
            </a:extLst>
          </p:cNvPr>
          <p:cNvSpPr>
            <a:spLocks noGrp="1"/>
          </p:cNvSpPr>
          <p:nvPr>
            <p:ph type="sldNum" sz="quarter" idx="12"/>
          </p:nvPr>
        </p:nvSpPr>
        <p:spPr/>
        <p:txBody>
          <a:bodyPr/>
          <a:lstStyle/>
          <a:p>
            <a:fld id="{967CD754-82FD-4BAE-B2EB-ECEFA41AEF96}" type="slidenum">
              <a:rPr lang="vi-VN" smtClean="0"/>
              <a:t>‹#›</a:t>
            </a:fld>
            <a:endParaRPr lang="vi-VN"/>
          </a:p>
        </p:txBody>
      </p:sp>
    </p:spTree>
    <p:extLst>
      <p:ext uri="{BB962C8B-B14F-4D97-AF65-F5344CB8AC3E}">
        <p14:creationId xmlns:p14="http://schemas.microsoft.com/office/powerpoint/2010/main" val="4049769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060CE3-D567-469B-BCCC-911FC50797A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163E5BD2-E399-4214-B834-526A524BD9A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011F01A5-7B6F-4613-86BB-9404EC7751B6}"/>
              </a:ext>
            </a:extLst>
          </p:cNvPr>
          <p:cNvSpPr>
            <a:spLocks noGrp="1"/>
          </p:cNvSpPr>
          <p:nvPr>
            <p:ph type="dt" sz="half" idx="10"/>
          </p:nvPr>
        </p:nvSpPr>
        <p:spPr/>
        <p:txBody>
          <a:bodyPr/>
          <a:lstStyle/>
          <a:p>
            <a:fld id="{C7CB906B-F87D-4078-BD6F-99982B1CC6E5}" type="datetimeFigureOut">
              <a:rPr lang="vi-VN" smtClean="0"/>
              <a:t>08/10/2026</a:t>
            </a:fld>
            <a:endParaRPr lang="vi-VN"/>
          </a:p>
        </p:txBody>
      </p:sp>
      <p:sp>
        <p:nvSpPr>
          <p:cNvPr id="5" name="Footer Placeholder 4">
            <a:extLst>
              <a:ext uri="{FF2B5EF4-FFF2-40B4-BE49-F238E27FC236}">
                <a16:creationId xmlns:a16="http://schemas.microsoft.com/office/drawing/2014/main" id="{9B540B96-450F-43A6-A4D1-B58DC5E59BDB}"/>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EBFD4BA5-F5DC-4F79-A4E6-7711C5A160FA}"/>
              </a:ext>
            </a:extLst>
          </p:cNvPr>
          <p:cNvSpPr>
            <a:spLocks noGrp="1"/>
          </p:cNvSpPr>
          <p:nvPr>
            <p:ph type="sldNum" sz="quarter" idx="12"/>
          </p:nvPr>
        </p:nvSpPr>
        <p:spPr/>
        <p:txBody>
          <a:bodyPr/>
          <a:lstStyle/>
          <a:p>
            <a:fld id="{967CD754-82FD-4BAE-B2EB-ECEFA41AEF96}" type="slidenum">
              <a:rPr lang="vi-VN" smtClean="0"/>
              <a:t>‹#›</a:t>
            </a:fld>
            <a:endParaRPr lang="vi-VN"/>
          </a:p>
        </p:txBody>
      </p:sp>
    </p:spTree>
    <p:extLst>
      <p:ext uri="{BB962C8B-B14F-4D97-AF65-F5344CB8AC3E}">
        <p14:creationId xmlns:p14="http://schemas.microsoft.com/office/powerpoint/2010/main" val="6406252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17000" b="-17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35A350-1735-4807-A27E-ED0E8FF345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endParaRPr lang="vi-VN" dirty="0"/>
          </a:p>
        </p:txBody>
      </p:sp>
      <p:sp>
        <p:nvSpPr>
          <p:cNvPr id="3" name="Text Placeholder 2">
            <a:extLst>
              <a:ext uri="{FF2B5EF4-FFF2-40B4-BE49-F238E27FC236}">
                <a16:creationId xmlns:a16="http://schemas.microsoft.com/office/drawing/2014/main" id="{08BE3CCC-DA39-406B-9EC2-A7B398884F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vi-VN" dirty="0"/>
          </a:p>
        </p:txBody>
      </p:sp>
      <p:sp>
        <p:nvSpPr>
          <p:cNvPr id="4" name="Date Placeholder 3">
            <a:extLst>
              <a:ext uri="{FF2B5EF4-FFF2-40B4-BE49-F238E27FC236}">
                <a16:creationId xmlns:a16="http://schemas.microsoft.com/office/drawing/2014/main" id="{1FDCCBEC-F196-43D9-9D0F-D8DE8B32F7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CB906B-F87D-4078-BD6F-99982B1CC6E5}" type="datetimeFigureOut">
              <a:rPr lang="vi-VN" smtClean="0"/>
              <a:t>08/10/2026</a:t>
            </a:fld>
            <a:endParaRPr lang="vi-VN"/>
          </a:p>
        </p:txBody>
      </p:sp>
      <p:sp>
        <p:nvSpPr>
          <p:cNvPr id="5" name="Footer Placeholder 4">
            <a:extLst>
              <a:ext uri="{FF2B5EF4-FFF2-40B4-BE49-F238E27FC236}">
                <a16:creationId xmlns:a16="http://schemas.microsoft.com/office/drawing/2014/main" id="{B23CB8CF-793F-44F7-B172-483D38580F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a:extLst>
              <a:ext uri="{FF2B5EF4-FFF2-40B4-BE49-F238E27FC236}">
                <a16:creationId xmlns:a16="http://schemas.microsoft.com/office/drawing/2014/main" id="{63A098AE-AD4F-4ED1-B765-18FC03B3D2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7CD754-82FD-4BAE-B2EB-ECEFA41AEF96}" type="slidenum">
              <a:rPr lang="vi-VN" smtClean="0"/>
              <a:t>‹#›</a:t>
            </a:fld>
            <a:endParaRPr lang="vi-VN"/>
          </a:p>
        </p:txBody>
      </p:sp>
    </p:spTree>
    <p:extLst>
      <p:ext uri="{BB962C8B-B14F-4D97-AF65-F5344CB8AC3E}">
        <p14:creationId xmlns:p14="http://schemas.microsoft.com/office/powerpoint/2010/main" val="1312206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000" b="1" i="0" kern="1200" baseline="0">
          <a:solidFill>
            <a:srgbClr val="996633"/>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Times New Roman" panose="02020603050405020304" pitchFamily="18" charset="0"/>
        <a:buChar char="‒"/>
        <a:defRPr sz="2800"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Times New Roman" panose="02020603050405020304" pitchFamily="18" charset="0"/>
        <a:buChar char="⁺"/>
        <a:defRPr sz="2400"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200"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ü"/>
        <a:defRPr sz="2000"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3103E-1F17-4218-B5A9-93D9E4B24261}"/>
              </a:ext>
            </a:extLst>
          </p:cNvPr>
          <p:cNvSpPr>
            <a:spLocks noGrp="1"/>
          </p:cNvSpPr>
          <p:nvPr>
            <p:ph type="ctrTitle"/>
          </p:nvPr>
        </p:nvSpPr>
        <p:spPr/>
        <p:txBody>
          <a:bodyPr>
            <a:normAutofit/>
          </a:bodyPr>
          <a:lstStyle/>
          <a:p>
            <a:r>
              <a:rPr lang="en-US" sz="5000" b="1" dirty="0">
                <a:solidFill>
                  <a:srgbClr val="996633"/>
                </a:solidFill>
                <a:latin typeface="Times New Roman" panose="02020603050405020304" pitchFamily="18" charset="0"/>
              </a:rPr>
              <a:t>BỐ CỤC MỘT BÀI THUYẾT TRÌNH</a:t>
            </a:r>
            <a:endParaRPr lang="vi-VN" sz="5000" b="1" dirty="0">
              <a:solidFill>
                <a:srgbClr val="996633"/>
              </a:solidFill>
              <a:latin typeface="Times New Roman" panose="02020603050405020304" pitchFamily="18" charset="0"/>
            </a:endParaRPr>
          </a:p>
        </p:txBody>
      </p:sp>
      <p:sp>
        <p:nvSpPr>
          <p:cNvPr id="3" name="Subtitle 2">
            <a:extLst>
              <a:ext uri="{FF2B5EF4-FFF2-40B4-BE49-F238E27FC236}">
                <a16:creationId xmlns:a16="http://schemas.microsoft.com/office/drawing/2014/main" id="{33FFE3D6-5743-4DDA-A7E3-382A172CCB5F}"/>
              </a:ext>
            </a:extLst>
          </p:cNvPr>
          <p:cNvSpPr>
            <a:spLocks noGrp="1"/>
          </p:cNvSpPr>
          <p:nvPr>
            <p:ph type="subTitle" idx="1"/>
          </p:nvPr>
        </p:nvSpPr>
        <p:spPr/>
        <p:txBody>
          <a:bodyPr>
            <a:normAutofit/>
          </a:bodyPr>
          <a:lstStyle/>
          <a:p>
            <a:r>
              <a:rPr lang="en-US" sz="3200" b="1" dirty="0" err="1">
                <a:solidFill>
                  <a:srgbClr val="000000"/>
                </a:solidFill>
                <a:latin typeface="Times New Roman" panose="02020603050405020304" pitchFamily="18" charset="0"/>
              </a:rPr>
              <a:t>ThS</a:t>
            </a:r>
            <a:r>
              <a:rPr lang="en-US" sz="3200" b="1" dirty="0">
                <a:solidFill>
                  <a:srgbClr val="000000"/>
                </a:solidFill>
                <a:latin typeface="Times New Roman" panose="02020603050405020304" pitchFamily="18" charset="0"/>
              </a:rPr>
              <a:t>. </a:t>
            </a:r>
            <a:r>
              <a:rPr lang="en-US" sz="3200" b="1" dirty="0" err="1">
                <a:solidFill>
                  <a:srgbClr val="000000"/>
                </a:solidFill>
                <a:latin typeface="Times New Roman" panose="02020603050405020304" pitchFamily="18" charset="0"/>
              </a:rPr>
              <a:t>Họ</a:t>
            </a:r>
            <a:r>
              <a:rPr lang="en-US" sz="3200" b="1" dirty="0">
                <a:solidFill>
                  <a:srgbClr val="000000"/>
                </a:solidFill>
                <a:latin typeface="Times New Roman" panose="02020603050405020304" pitchFamily="18" charset="0"/>
              </a:rPr>
              <a:t> </a:t>
            </a:r>
            <a:r>
              <a:rPr lang="en-US" sz="3200" b="1" dirty="0" err="1">
                <a:solidFill>
                  <a:srgbClr val="000000"/>
                </a:solidFill>
                <a:latin typeface="Times New Roman" panose="02020603050405020304" pitchFamily="18" charset="0"/>
              </a:rPr>
              <a:t>và</a:t>
            </a:r>
            <a:r>
              <a:rPr lang="en-US" sz="3200" b="1" dirty="0">
                <a:solidFill>
                  <a:srgbClr val="000000"/>
                </a:solidFill>
                <a:latin typeface="Times New Roman" panose="02020603050405020304" pitchFamily="18" charset="0"/>
              </a:rPr>
              <a:t> </a:t>
            </a:r>
            <a:r>
              <a:rPr lang="en-US" dirty="0" err="1">
                <a:solidFill>
                  <a:srgbClr val="000000"/>
                </a:solidFill>
              </a:rPr>
              <a:t>T</a:t>
            </a:r>
            <a:r>
              <a:rPr lang="en-US" sz="3200" b="1" dirty="0" err="1">
                <a:solidFill>
                  <a:srgbClr val="000000"/>
                </a:solidFill>
                <a:latin typeface="Times New Roman" panose="02020603050405020304" pitchFamily="18" charset="0"/>
              </a:rPr>
              <a:t>ên</a:t>
            </a:r>
            <a:endParaRPr lang="vi-VN" sz="3200" b="1" dirty="0">
              <a:solidFill>
                <a:srgbClr val="000000"/>
              </a:solidFill>
              <a:latin typeface="Times New Roman" panose="02020603050405020304" pitchFamily="18" charset="0"/>
            </a:endParaRPr>
          </a:p>
        </p:txBody>
      </p:sp>
      <p:sp>
        <p:nvSpPr>
          <p:cNvPr id="6" name="TextBox 5">
            <a:extLst>
              <a:ext uri="{FF2B5EF4-FFF2-40B4-BE49-F238E27FC236}">
                <a16:creationId xmlns:a16="http://schemas.microsoft.com/office/drawing/2014/main" id="{DED7697C-E9A0-4951-9ADC-B0BA6DF73B09}"/>
              </a:ext>
            </a:extLst>
          </p:cNvPr>
          <p:cNvSpPr txBox="1"/>
          <p:nvPr/>
        </p:nvSpPr>
        <p:spPr>
          <a:xfrm>
            <a:off x="5239110" y="5349875"/>
            <a:ext cx="6952890" cy="461665"/>
          </a:xfrm>
          <a:prstGeom prst="rect">
            <a:avLst/>
          </a:prstGeom>
          <a:noFill/>
        </p:spPr>
        <p:txBody>
          <a:bodyPr wrap="square" rtlCol="0">
            <a:spAutoFit/>
          </a:bodyPr>
          <a:lstStyle/>
          <a:p>
            <a:pPr algn="ctr"/>
            <a:r>
              <a:rPr lang="en-US" sz="2400" b="1" dirty="0" err="1">
                <a:latin typeface="Times New Roman" panose="02020603050405020304" pitchFamily="18" charset="0"/>
              </a:rPr>
              <a:t>Trích</a:t>
            </a:r>
            <a:r>
              <a:rPr lang="en-US" sz="2400" b="1" dirty="0">
                <a:latin typeface="Times New Roman" panose="02020603050405020304" pitchFamily="18" charset="0"/>
              </a:rPr>
              <a:t> </a:t>
            </a:r>
            <a:r>
              <a:rPr lang="en-US" sz="2400" b="1" dirty="0" err="1">
                <a:latin typeface="Times New Roman" panose="02020603050405020304" pitchFamily="18" charset="0"/>
              </a:rPr>
              <a:t>từ</a:t>
            </a:r>
            <a:r>
              <a:rPr lang="en-US" sz="2400" b="1" dirty="0">
                <a:latin typeface="Times New Roman" panose="02020603050405020304" pitchFamily="18" charset="0"/>
              </a:rPr>
              <a:t> </a:t>
            </a:r>
            <a:r>
              <a:rPr lang="en-US" sz="2400" b="1" dirty="0" err="1">
                <a:latin typeface="Times New Roman" panose="02020603050405020304" pitchFamily="18" charset="0"/>
              </a:rPr>
              <a:t>Tủ</a:t>
            </a:r>
            <a:r>
              <a:rPr lang="en-US" sz="2400" b="1" dirty="0">
                <a:latin typeface="Times New Roman" panose="02020603050405020304" pitchFamily="18" charset="0"/>
              </a:rPr>
              <a:t> </a:t>
            </a:r>
            <a:r>
              <a:rPr lang="en-US" sz="2400" b="1" dirty="0" err="1">
                <a:latin typeface="Times New Roman" panose="02020603050405020304" pitchFamily="18" charset="0"/>
              </a:rPr>
              <a:t>sách</a:t>
            </a:r>
            <a:r>
              <a:rPr lang="en-US" sz="2400" b="1" dirty="0">
                <a:latin typeface="Times New Roman" panose="02020603050405020304" pitchFamily="18" charset="0"/>
              </a:rPr>
              <a:t> Khoa </a:t>
            </a:r>
            <a:r>
              <a:rPr lang="en-US" sz="2400" b="1" dirty="0" err="1">
                <a:latin typeface="Times New Roman" panose="02020603050405020304" pitchFamily="18" charset="0"/>
              </a:rPr>
              <a:t>học</a:t>
            </a:r>
            <a:r>
              <a:rPr lang="en-US" sz="2400" b="1" dirty="0">
                <a:latin typeface="Times New Roman" panose="02020603050405020304" pitchFamily="18" charset="0"/>
              </a:rPr>
              <a:t> VLOS</a:t>
            </a:r>
            <a:endParaRPr lang="vi-VN" sz="2400" b="1" dirty="0">
              <a:latin typeface="Times New Roman" panose="02020603050405020304" pitchFamily="18" charset="0"/>
            </a:endParaRPr>
          </a:p>
        </p:txBody>
      </p:sp>
    </p:spTree>
    <p:extLst>
      <p:ext uri="{BB962C8B-B14F-4D97-AF65-F5344CB8AC3E}">
        <p14:creationId xmlns:p14="http://schemas.microsoft.com/office/powerpoint/2010/main" val="2971787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2CA82-F1C1-43BD-ACF9-9AA182D75E79}"/>
              </a:ext>
            </a:extLst>
          </p:cNvPr>
          <p:cNvSpPr>
            <a:spLocks noGrp="1"/>
          </p:cNvSpPr>
          <p:nvPr>
            <p:ph type="title"/>
          </p:nvPr>
        </p:nvSpPr>
        <p:spPr>
          <a:xfrm>
            <a:off x="838200" y="365125"/>
            <a:ext cx="11353800" cy="1653456"/>
          </a:xfrm>
        </p:spPr>
        <p:txBody>
          <a:bodyPr/>
          <a:lstStyle/>
          <a:p>
            <a:r>
              <a:rPr lang="en-US" dirty="0" err="1"/>
              <a:t>Giới</a:t>
            </a:r>
            <a:r>
              <a:rPr lang="en-US" dirty="0"/>
              <a:t> </a:t>
            </a:r>
            <a:r>
              <a:rPr lang="en-US" dirty="0" err="1"/>
              <a:t>thiệu</a:t>
            </a:r>
            <a:endParaRPr lang="vi-VN" dirty="0"/>
          </a:p>
        </p:txBody>
      </p:sp>
      <p:sp>
        <p:nvSpPr>
          <p:cNvPr id="3" name="Content Placeholder 2">
            <a:extLst>
              <a:ext uri="{FF2B5EF4-FFF2-40B4-BE49-F238E27FC236}">
                <a16:creationId xmlns:a16="http://schemas.microsoft.com/office/drawing/2014/main" id="{A9C5DCB1-6081-45CD-BA7D-8F8DCE3BB67D}"/>
              </a:ext>
            </a:extLst>
          </p:cNvPr>
          <p:cNvSpPr>
            <a:spLocks noGrp="1"/>
          </p:cNvSpPr>
          <p:nvPr>
            <p:ph idx="1"/>
          </p:nvPr>
        </p:nvSpPr>
        <p:spPr/>
        <p:txBody>
          <a:bodyPr/>
          <a:lstStyle/>
          <a:p>
            <a:r>
              <a:rPr lang="en-US" dirty="0"/>
              <a:t> </a:t>
            </a:r>
            <a:r>
              <a:rPr lang="en-US" dirty="0" err="1"/>
              <a:t>Phần</a:t>
            </a:r>
            <a:r>
              <a:rPr lang="en-US" dirty="0"/>
              <a:t> </a:t>
            </a:r>
            <a:r>
              <a:rPr lang="en-US" dirty="0" err="1"/>
              <a:t>mở</a:t>
            </a:r>
            <a:r>
              <a:rPr lang="en-US" dirty="0"/>
              <a:t> </a:t>
            </a:r>
            <a:r>
              <a:rPr lang="en-US" dirty="0" err="1"/>
              <a:t>đầu</a:t>
            </a:r>
            <a:endParaRPr lang="en-US" dirty="0"/>
          </a:p>
          <a:p>
            <a:pPr lvl="1"/>
            <a:r>
              <a:rPr lang="en-US" dirty="0"/>
              <a:t> </a:t>
            </a:r>
            <a:r>
              <a:rPr lang="en-US" dirty="0" err="1"/>
              <a:t>Cần</a:t>
            </a:r>
            <a:r>
              <a:rPr lang="en-US" dirty="0"/>
              <a:t> </a:t>
            </a:r>
            <a:r>
              <a:rPr lang="en-US" dirty="0" err="1"/>
              <a:t>đạt</a:t>
            </a:r>
            <a:r>
              <a:rPr lang="en-US" dirty="0"/>
              <a:t> </a:t>
            </a:r>
            <a:r>
              <a:rPr lang="en-US" dirty="0" err="1"/>
              <a:t>được</a:t>
            </a:r>
            <a:r>
              <a:rPr lang="en-US" dirty="0"/>
              <a:t> </a:t>
            </a:r>
            <a:r>
              <a:rPr lang="en-US" dirty="0" err="1"/>
              <a:t>mục</a:t>
            </a:r>
            <a:r>
              <a:rPr lang="en-US" dirty="0"/>
              <a:t> </a:t>
            </a:r>
            <a:r>
              <a:rPr lang="en-US" dirty="0" err="1"/>
              <a:t>đích</a:t>
            </a:r>
            <a:endParaRPr lang="en-US" dirty="0"/>
          </a:p>
          <a:p>
            <a:r>
              <a:rPr lang="en-US" dirty="0"/>
              <a:t> </a:t>
            </a:r>
            <a:r>
              <a:rPr lang="en-US" dirty="0" err="1"/>
              <a:t>Phần</a:t>
            </a:r>
            <a:r>
              <a:rPr lang="en-US" dirty="0"/>
              <a:t> </a:t>
            </a:r>
            <a:r>
              <a:rPr lang="en-US" dirty="0" err="1"/>
              <a:t>chính</a:t>
            </a:r>
            <a:endParaRPr lang="en-US" dirty="0"/>
          </a:p>
          <a:p>
            <a:pPr lvl="1"/>
            <a:r>
              <a:rPr lang="en-US" dirty="0"/>
              <a:t> </a:t>
            </a:r>
            <a:r>
              <a:rPr lang="en-US" dirty="0" err="1"/>
              <a:t>Đưa</a:t>
            </a:r>
            <a:r>
              <a:rPr lang="en-US" dirty="0"/>
              <a:t> ra </a:t>
            </a:r>
            <a:r>
              <a:rPr lang="en-US" dirty="0" err="1"/>
              <a:t>giải</a:t>
            </a:r>
            <a:r>
              <a:rPr lang="en-US" dirty="0"/>
              <a:t> </a:t>
            </a:r>
            <a:r>
              <a:rPr lang="en-US" dirty="0" err="1"/>
              <a:t>pháp</a:t>
            </a:r>
            <a:r>
              <a:rPr lang="en-US" dirty="0"/>
              <a:t>, ý </a:t>
            </a:r>
            <a:r>
              <a:rPr lang="en-US" dirty="0" err="1"/>
              <a:t>kiến</a:t>
            </a:r>
            <a:endParaRPr lang="en-US" dirty="0"/>
          </a:p>
          <a:p>
            <a:r>
              <a:rPr lang="en-US" dirty="0"/>
              <a:t> </a:t>
            </a:r>
            <a:r>
              <a:rPr lang="en-US" dirty="0" err="1"/>
              <a:t>Phần</a:t>
            </a:r>
            <a:r>
              <a:rPr lang="en-US" dirty="0"/>
              <a:t> </a:t>
            </a:r>
            <a:r>
              <a:rPr lang="en-US" dirty="0" err="1"/>
              <a:t>kết</a:t>
            </a:r>
            <a:endParaRPr lang="en-US" dirty="0"/>
          </a:p>
          <a:p>
            <a:pPr lvl="1"/>
            <a:r>
              <a:rPr lang="en-US" dirty="0"/>
              <a:t> </a:t>
            </a:r>
            <a:r>
              <a:rPr lang="en-US" dirty="0" err="1"/>
              <a:t>Tóm</a:t>
            </a:r>
            <a:r>
              <a:rPr lang="en-US" dirty="0"/>
              <a:t> </a:t>
            </a:r>
            <a:r>
              <a:rPr lang="en-US" dirty="0" err="1"/>
              <a:t>tắt</a:t>
            </a:r>
            <a:r>
              <a:rPr lang="en-US" dirty="0"/>
              <a:t> </a:t>
            </a:r>
            <a:r>
              <a:rPr lang="en-US" dirty="0" err="1"/>
              <a:t>các</a:t>
            </a:r>
            <a:r>
              <a:rPr lang="en-US" dirty="0"/>
              <a:t> </a:t>
            </a:r>
            <a:r>
              <a:rPr lang="en-US" dirty="0" err="1"/>
              <a:t>nội</a:t>
            </a:r>
            <a:r>
              <a:rPr lang="en-US" dirty="0"/>
              <a:t> dung </a:t>
            </a:r>
            <a:r>
              <a:rPr lang="en-US" dirty="0" err="1"/>
              <a:t>đã</a:t>
            </a:r>
            <a:r>
              <a:rPr lang="en-US" dirty="0"/>
              <a:t> </a:t>
            </a:r>
            <a:r>
              <a:rPr lang="en-US" dirty="0" err="1"/>
              <a:t>được</a:t>
            </a:r>
            <a:r>
              <a:rPr lang="en-US" dirty="0"/>
              <a:t> </a:t>
            </a:r>
            <a:r>
              <a:rPr lang="en-US" dirty="0" err="1"/>
              <a:t>trình</a:t>
            </a:r>
            <a:r>
              <a:rPr lang="en-US" dirty="0"/>
              <a:t> </a:t>
            </a:r>
            <a:r>
              <a:rPr lang="en-US" dirty="0" err="1"/>
              <a:t>bày</a:t>
            </a:r>
            <a:endParaRPr lang="en-US" dirty="0"/>
          </a:p>
        </p:txBody>
      </p:sp>
    </p:spTree>
    <p:extLst>
      <p:ext uri="{BB962C8B-B14F-4D97-AF65-F5344CB8AC3E}">
        <p14:creationId xmlns:p14="http://schemas.microsoft.com/office/powerpoint/2010/main" val="31823911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11C6F-7AAE-40BA-B052-67859747C1BC}"/>
              </a:ext>
            </a:extLst>
          </p:cNvPr>
          <p:cNvSpPr>
            <a:spLocks noGrp="1"/>
          </p:cNvSpPr>
          <p:nvPr>
            <p:ph type="title"/>
          </p:nvPr>
        </p:nvSpPr>
        <p:spPr>
          <a:xfrm>
            <a:off x="838200" y="500062"/>
            <a:ext cx="10515600" cy="1325563"/>
          </a:xfrm>
        </p:spPr>
        <p:txBody>
          <a:bodyPr/>
          <a:lstStyle/>
          <a:p>
            <a:r>
              <a:rPr lang="en-US" dirty="0" err="1"/>
              <a:t>Phần</a:t>
            </a:r>
            <a:r>
              <a:rPr lang="en-US" dirty="0"/>
              <a:t> </a:t>
            </a:r>
            <a:r>
              <a:rPr lang="en-US" dirty="0" err="1"/>
              <a:t>mở</a:t>
            </a:r>
            <a:r>
              <a:rPr lang="en-US" dirty="0"/>
              <a:t> </a:t>
            </a:r>
            <a:r>
              <a:rPr lang="en-US" dirty="0" err="1"/>
              <a:t>đầu</a:t>
            </a:r>
            <a:endParaRPr lang="vi-VN" dirty="0"/>
          </a:p>
        </p:txBody>
      </p:sp>
      <p:sp>
        <p:nvSpPr>
          <p:cNvPr id="3" name="Content Placeholder 2">
            <a:extLst>
              <a:ext uri="{FF2B5EF4-FFF2-40B4-BE49-F238E27FC236}">
                <a16:creationId xmlns:a16="http://schemas.microsoft.com/office/drawing/2014/main" id="{B029DF5B-7535-41BE-A4CA-726DF3B6D973}"/>
              </a:ext>
            </a:extLst>
          </p:cNvPr>
          <p:cNvSpPr>
            <a:spLocks noGrp="1"/>
          </p:cNvSpPr>
          <p:nvPr>
            <p:ph idx="1"/>
          </p:nvPr>
        </p:nvSpPr>
        <p:spPr/>
        <p:txBody>
          <a:bodyPr/>
          <a:lstStyle/>
          <a:p>
            <a:r>
              <a:rPr lang="en-US" dirty="0"/>
              <a:t> Thu </a:t>
            </a:r>
            <a:r>
              <a:rPr lang="en-US" dirty="0" err="1"/>
              <a:t>hút</a:t>
            </a:r>
            <a:r>
              <a:rPr lang="en-US" dirty="0"/>
              <a:t> </a:t>
            </a:r>
            <a:r>
              <a:rPr lang="en-US" dirty="0" err="1"/>
              <a:t>sự</a:t>
            </a:r>
            <a:r>
              <a:rPr lang="en-US" dirty="0"/>
              <a:t> </a:t>
            </a:r>
            <a:r>
              <a:rPr lang="en-US" dirty="0" err="1"/>
              <a:t>chú</a:t>
            </a:r>
            <a:r>
              <a:rPr lang="en-US" dirty="0"/>
              <a:t> ý </a:t>
            </a:r>
            <a:r>
              <a:rPr lang="en-US" dirty="0" err="1"/>
              <a:t>của</a:t>
            </a:r>
            <a:r>
              <a:rPr lang="en-US" dirty="0"/>
              <a:t> </a:t>
            </a:r>
            <a:r>
              <a:rPr lang="en-US" dirty="0" err="1"/>
              <a:t>người</a:t>
            </a:r>
            <a:r>
              <a:rPr lang="en-US" dirty="0"/>
              <a:t> </a:t>
            </a:r>
            <a:r>
              <a:rPr lang="en-US" dirty="0" err="1"/>
              <a:t>nghe</a:t>
            </a:r>
            <a:endParaRPr lang="en-US" dirty="0"/>
          </a:p>
          <a:p>
            <a:pPr lvl="1"/>
            <a:r>
              <a:rPr lang="en-US" dirty="0"/>
              <a:t> </a:t>
            </a:r>
            <a:r>
              <a:rPr lang="en-US" dirty="0" err="1">
                <a:solidFill>
                  <a:schemeClr val="accent1"/>
                </a:solidFill>
                <a:hlinkClick r:id="rId2" action="ppaction://hlinksldjump">
                  <a:extLst>
                    <a:ext uri="{A12FA001-AC4F-418D-AE19-62706E023703}">
                      <ahyp:hlinkClr xmlns:ahyp="http://schemas.microsoft.com/office/drawing/2018/hyperlinkcolor" val="tx"/>
                    </a:ext>
                  </a:extLst>
                </a:hlinkClick>
              </a:rPr>
              <a:t>Sử</a:t>
            </a:r>
            <a:r>
              <a:rPr lang="en-US" dirty="0">
                <a:solidFill>
                  <a:schemeClr val="accent1"/>
                </a:solidFill>
                <a:hlinkClick r:id="rId2" action="ppaction://hlinksldjump">
                  <a:extLst>
                    <a:ext uri="{A12FA001-AC4F-418D-AE19-62706E023703}">
                      <ahyp:hlinkClr xmlns:ahyp="http://schemas.microsoft.com/office/drawing/2018/hyperlinkcolor" val="tx"/>
                    </a:ext>
                  </a:extLst>
                </a:hlinkClick>
              </a:rPr>
              <a:t> </a:t>
            </a:r>
            <a:r>
              <a:rPr lang="en-US" dirty="0" err="1">
                <a:solidFill>
                  <a:schemeClr val="accent1"/>
                </a:solidFill>
                <a:hlinkClick r:id="rId2" action="ppaction://hlinksldjump">
                  <a:extLst>
                    <a:ext uri="{A12FA001-AC4F-418D-AE19-62706E023703}">
                      <ahyp:hlinkClr xmlns:ahyp="http://schemas.microsoft.com/office/drawing/2018/hyperlinkcolor" val="tx"/>
                    </a:ext>
                  </a:extLst>
                </a:hlinkClick>
              </a:rPr>
              <a:t>dụng</a:t>
            </a:r>
            <a:r>
              <a:rPr lang="en-US" dirty="0">
                <a:solidFill>
                  <a:schemeClr val="accent1"/>
                </a:solidFill>
                <a:hlinkClick r:id="rId2" action="ppaction://hlinksldjump">
                  <a:extLst>
                    <a:ext uri="{A12FA001-AC4F-418D-AE19-62706E023703}">
                      <ahyp:hlinkClr xmlns:ahyp="http://schemas.microsoft.com/office/drawing/2018/hyperlinkcolor" val="tx"/>
                    </a:ext>
                  </a:extLst>
                </a:hlinkClick>
              </a:rPr>
              <a:t> </a:t>
            </a:r>
            <a:r>
              <a:rPr lang="en-US" dirty="0" err="1">
                <a:solidFill>
                  <a:schemeClr val="accent1"/>
                </a:solidFill>
                <a:hlinkClick r:id="rId2" action="ppaction://hlinksldjump">
                  <a:extLst>
                    <a:ext uri="{A12FA001-AC4F-418D-AE19-62706E023703}">
                      <ahyp:hlinkClr xmlns:ahyp="http://schemas.microsoft.com/office/drawing/2018/hyperlinkcolor" val="tx"/>
                    </a:ext>
                  </a:extLst>
                </a:hlinkClick>
              </a:rPr>
              <a:t>một</a:t>
            </a:r>
            <a:r>
              <a:rPr lang="en-US" dirty="0">
                <a:solidFill>
                  <a:schemeClr val="accent1"/>
                </a:solidFill>
                <a:hlinkClick r:id="rId2" action="ppaction://hlinksldjump">
                  <a:extLst>
                    <a:ext uri="{A12FA001-AC4F-418D-AE19-62706E023703}">
                      <ahyp:hlinkClr xmlns:ahyp="http://schemas.microsoft.com/office/drawing/2018/hyperlinkcolor" val="tx"/>
                    </a:ext>
                  </a:extLst>
                </a:hlinkClick>
              </a:rPr>
              <a:t> </a:t>
            </a:r>
            <a:r>
              <a:rPr lang="en-US" dirty="0" err="1">
                <a:solidFill>
                  <a:schemeClr val="accent1"/>
                </a:solidFill>
                <a:hlinkClick r:id="rId2" action="ppaction://hlinksldjump">
                  <a:extLst>
                    <a:ext uri="{A12FA001-AC4F-418D-AE19-62706E023703}">
                      <ahyp:hlinkClr xmlns:ahyp="http://schemas.microsoft.com/office/drawing/2018/hyperlinkcolor" val="tx"/>
                    </a:ext>
                  </a:extLst>
                </a:hlinkClick>
              </a:rPr>
              <a:t>đoạn</a:t>
            </a:r>
            <a:r>
              <a:rPr lang="en-US" dirty="0">
                <a:solidFill>
                  <a:schemeClr val="accent1"/>
                </a:solidFill>
                <a:hlinkClick r:id="rId2" action="ppaction://hlinksldjump">
                  <a:extLst>
                    <a:ext uri="{A12FA001-AC4F-418D-AE19-62706E023703}">
                      <ahyp:hlinkClr xmlns:ahyp="http://schemas.microsoft.com/office/drawing/2018/hyperlinkcolor" val="tx"/>
                    </a:ext>
                  </a:extLst>
                </a:hlinkClick>
              </a:rPr>
              <a:t> </a:t>
            </a:r>
            <a:r>
              <a:rPr lang="en-US" dirty="0" err="1">
                <a:solidFill>
                  <a:schemeClr val="accent1"/>
                </a:solidFill>
                <a:hlinkClick r:id="rId2" action="ppaction://hlinksldjump">
                  <a:extLst>
                    <a:ext uri="{A12FA001-AC4F-418D-AE19-62706E023703}">
                      <ahyp:hlinkClr xmlns:ahyp="http://schemas.microsoft.com/office/drawing/2018/hyperlinkcolor" val="tx"/>
                    </a:ext>
                  </a:extLst>
                </a:hlinkClick>
              </a:rPr>
              <a:t>trích</a:t>
            </a:r>
            <a:r>
              <a:rPr lang="en-US" dirty="0">
                <a:solidFill>
                  <a:schemeClr val="accent1"/>
                </a:solidFill>
                <a:hlinkClick r:id="rId2" action="ppaction://hlinksldjump">
                  <a:extLst>
                    <a:ext uri="{A12FA001-AC4F-418D-AE19-62706E023703}">
                      <ahyp:hlinkClr xmlns:ahyp="http://schemas.microsoft.com/office/drawing/2018/hyperlinkcolor" val="tx"/>
                    </a:ext>
                  </a:extLst>
                </a:hlinkClick>
              </a:rPr>
              <a:t> </a:t>
            </a:r>
            <a:r>
              <a:rPr lang="en-US" dirty="0" err="1">
                <a:solidFill>
                  <a:schemeClr val="accent1"/>
                </a:solidFill>
                <a:hlinkClick r:id="rId2" action="ppaction://hlinksldjump">
                  <a:extLst>
                    <a:ext uri="{A12FA001-AC4F-418D-AE19-62706E023703}">
                      <ahyp:hlinkClr xmlns:ahyp="http://schemas.microsoft.com/office/drawing/2018/hyperlinkcolor" val="tx"/>
                    </a:ext>
                  </a:extLst>
                </a:hlinkClick>
              </a:rPr>
              <a:t>dẫn</a:t>
            </a:r>
            <a:endParaRPr lang="en-US" dirty="0">
              <a:solidFill>
                <a:schemeClr val="accent1"/>
              </a:solidFill>
            </a:endParaRPr>
          </a:p>
          <a:p>
            <a:pPr lvl="1"/>
            <a:r>
              <a:rPr lang="en-US" dirty="0"/>
              <a:t> </a:t>
            </a:r>
            <a:r>
              <a:rPr lang="en-US" dirty="0" err="1"/>
              <a:t>Một</a:t>
            </a:r>
            <a:r>
              <a:rPr lang="en-US" dirty="0"/>
              <a:t> </a:t>
            </a:r>
            <a:r>
              <a:rPr lang="en-US" dirty="0" err="1"/>
              <a:t>câu</a:t>
            </a:r>
            <a:r>
              <a:rPr lang="en-US" dirty="0"/>
              <a:t> </a:t>
            </a:r>
            <a:r>
              <a:rPr lang="en-US" dirty="0" err="1"/>
              <a:t>hỏi</a:t>
            </a:r>
            <a:endParaRPr lang="en-US" dirty="0"/>
          </a:p>
          <a:p>
            <a:pPr lvl="1"/>
            <a:r>
              <a:rPr lang="en-US" dirty="0"/>
              <a:t> </a:t>
            </a:r>
            <a:r>
              <a:rPr lang="en-US" dirty="0" err="1"/>
              <a:t>Một</a:t>
            </a:r>
            <a:r>
              <a:rPr lang="en-US" dirty="0"/>
              <a:t> </a:t>
            </a:r>
            <a:r>
              <a:rPr lang="en-US" dirty="0" err="1"/>
              <a:t>lời</a:t>
            </a:r>
            <a:r>
              <a:rPr lang="en-US" dirty="0"/>
              <a:t> </a:t>
            </a:r>
            <a:r>
              <a:rPr lang="en-US" dirty="0" err="1"/>
              <a:t>hứa</a:t>
            </a:r>
            <a:endParaRPr lang="en-US" dirty="0"/>
          </a:p>
          <a:p>
            <a:pPr lvl="1"/>
            <a:r>
              <a:rPr lang="en-US" dirty="0"/>
              <a:t> </a:t>
            </a:r>
            <a:r>
              <a:rPr lang="en-US" dirty="0" err="1"/>
              <a:t>Thậm</a:t>
            </a:r>
            <a:r>
              <a:rPr lang="en-US" dirty="0"/>
              <a:t> </a:t>
            </a:r>
            <a:r>
              <a:rPr lang="en-US" dirty="0" err="1"/>
              <a:t>chí</a:t>
            </a:r>
            <a:r>
              <a:rPr lang="en-US" dirty="0"/>
              <a:t> </a:t>
            </a:r>
            <a:r>
              <a:rPr lang="en-US" dirty="0" err="1"/>
              <a:t>làm</a:t>
            </a:r>
            <a:r>
              <a:rPr lang="en-US" dirty="0"/>
              <a:t> </a:t>
            </a:r>
            <a:r>
              <a:rPr lang="en-US" dirty="0" err="1"/>
              <a:t>mọi</a:t>
            </a:r>
            <a:r>
              <a:rPr lang="en-US" dirty="0"/>
              <a:t> </a:t>
            </a:r>
            <a:r>
              <a:rPr lang="en-US" dirty="0" err="1"/>
              <a:t>người</a:t>
            </a:r>
            <a:r>
              <a:rPr lang="en-US" dirty="0"/>
              <a:t> </a:t>
            </a:r>
            <a:r>
              <a:rPr lang="en-US" dirty="0" err="1"/>
              <a:t>phải</a:t>
            </a:r>
            <a:r>
              <a:rPr lang="en-US" dirty="0"/>
              <a:t> </a:t>
            </a:r>
            <a:r>
              <a:rPr lang="en-US" dirty="0" err="1"/>
              <a:t>hoạt</a:t>
            </a:r>
            <a:r>
              <a:rPr lang="en-US" dirty="0"/>
              <a:t> </a:t>
            </a:r>
            <a:r>
              <a:rPr lang="en-US" dirty="0" err="1"/>
              <a:t>động</a:t>
            </a:r>
            <a:endParaRPr lang="en-US" dirty="0"/>
          </a:p>
          <a:p>
            <a:r>
              <a:rPr lang="en-US" dirty="0"/>
              <a:t> </a:t>
            </a:r>
            <a:r>
              <a:rPr lang="en-US" dirty="0" err="1"/>
              <a:t>Tóm</a:t>
            </a:r>
            <a:r>
              <a:rPr lang="en-US" dirty="0"/>
              <a:t> </a:t>
            </a:r>
            <a:r>
              <a:rPr lang="en-US" dirty="0" err="1"/>
              <a:t>lược</a:t>
            </a:r>
            <a:r>
              <a:rPr lang="en-US" dirty="0"/>
              <a:t> </a:t>
            </a:r>
            <a:r>
              <a:rPr lang="en-US" dirty="0" err="1"/>
              <a:t>các</a:t>
            </a:r>
            <a:r>
              <a:rPr lang="en-US" dirty="0"/>
              <a:t> </a:t>
            </a:r>
            <a:r>
              <a:rPr lang="en-US" dirty="0" err="1"/>
              <a:t>nội</a:t>
            </a:r>
            <a:r>
              <a:rPr lang="en-US" dirty="0"/>
              <a:t> dung </a:t>
            </a:r>
            <a:r>
              <a:rPr lang="en-US" dirty="0" err="1"/>
              <a:t>liên</a:t>
            </a:r>
            <a:r>
              <a:rPr lang="en-US" dirty="0"/>
              <a:t> </a:t>
            </a:r>
            <a:r>
              <a:rPr lang="en-US" dirty="0" err="1"/>
              <a:t>quan</a:t>
            </a:r>
            <a:endParaRPr lang="en-US" dirty="0"/>
          </a:p>
          <a:p>
            <a:pPr lvl="1"/>
            <a:r>
              <a:rPr lang="en-US" dirty="0"/>
              <a:t> </a:t>
            </a:r>
            <a:r>
              <a:rPr lang="en-US" dirty="0" err="1"/>
              <a:t>Đã</a:t>
            </a:r>
            <a:r>
              <a:rPr lang="en-US" dirty="0"/>
              <a:t> </a:t>
            </a:r>
            <a:r>
              <a:rPr lang="en-US" dirty="0" err="1"/>
              <a:t>được</a:t>
            </a:r>
            <a:r>
              <a:rPr lang="en-US" dirty="0"/>
              <a:t> </a:t>
            </a:r>
            <a:r>
              <a:rPr lang="en-US" dirty="0" err="1"/>
              <a:t>trình</a:t>
            </a:r>
            <a:r>
              <a:rPr lang="en-US" dirty="0"/>
              <a:t> </a:t>
            </a:r>
            <a:r>
              <a:rPr lang="en-US" dirty="0" err="1"/>
              <a:t>bày</a:t>
            </a:r>
            <a:endParaRPr lang="en-US" dirty="0"/>
          </a:p>
          <a:p>
            <a:pPr lvl="1"/>
            <a:r>
              <a:rPr lang="en-US" dirty="0"/>
              <a:t> </a:t>
            </a:r>
            <a:r>
              <a:rPr lang="en-US" dirty="0" err="1"/>
              <a:t>Được</a:t>
            </a:r>
            <a:r>
              <a:rPr lang="en-US" dirty="0"/>
              <a:t> </a:t>
            </a:r>
            <a:r>
              <a:rPr lang="en-US" dirty="0" err="1"/>
              <a:t>đa</a:t>
            </a:r>
            <a:r>
              <a:rPr lang="en-US" dirty="0"/>
              <a:t> </a:t>
            </a:r>
            <a:r>
              <a:rPr lang="en-US" dirty="0" err="1"/>
              <a:t>số</a:t>
            </a:r>
            <a:r>
              <a:rPr lang="en-US" dirty="0"/>
              <a:t> </a:t>
            </a:r>
            <a:r>
              <a:rPr lang="en-US" dirty="0" err="1"/>
              <a:t>người</a:t>
            </a:r>
            <a:r>
              <a:rPr lang="en-US" dirty="0"/>
              <a:t> </a:t>
            </a:r>
            <a:r>
              <a:rPr lang="en-US" dirty="0" err="1"/>
              <a:t>nghe</a:t>
            </a:r>
            <a:r>
              <a:rPr lang="en-US" dirty="0"/>
              <a:t> </a:t>
            </a:r>
            <a:r>
              <a:rPr lang="en-US" dirty="0" err="1"/>
              <a:t>biết</a:t>
            </a:r>
            <a:r>
              <a:rPr lang="en-US" dirty="0"/>
              <a:t> </a:t>
            </a:r>
            <a:r>
              <a:rPr lang="en-US" dirty="0" err="1"/>
              <a:t>rõ</a:t>
            </a:r>
            <a:endParaRPr lang="vi-VN" dirty="0"/>
          </a:p>
        </p:txBody>
      </p:sp>
    </p:spTree>
    <p:extLst>
      <p:ext uri="{BB962C8B-B14F-4D97-AF65-F5344CB8AC3E}">
        <p14:creationId xmlns:p14="http://schemas.microsoft.com/office/powerpoint/2010/main" val="338589723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D02BA-F4A0-4052-8281-C5D78D0B5AE0}"/>
              </a:ext>
            </a:extLst>
          </p:cNvPr>
          <p:cNvSpPr>
            <a:spLocks noGrp="1"/>
          </p:cNvSpPr>
          <p:nvPr>
            <p:ph type="title"/>
          </p:nvPr>
        </p:nvSpPr>
        <p:spPr>
          <a:xfrm>
            <a:off x="838200" y="500062"/>
            <a:ext cx="10515600" cy="1325563"/>
          </a:xfrm>
        </p:spPr>
        <p:txBody>
          <a:bodyPr/>
          <a:lstStyle/>
          <a:p>
            <a:r>
              <a:rPr lang="en-US" dirty="0" err="1"/>
              <a:t>Phần</a:t>
            </a:r>
            <a:r>
              <a:rPr lang="en-US" dirty="0"/>
              <a:t> </a:t>
            </a:r>
            <a:r>
              <a:rPr lang="en-US" dirty="0" err="1"/>
              <a:t>chính</a:t>
            </a:r>
            <a:endParaRPr lang="vi-VN" dirty="0"/>
          </a:p>
        </p:txBody>
      </p:sp>
      <p:sp>
        <p:nvSpPr>
          <p:cNvPr id="3" name="Content Placeholder 2">
            <a:extLst>
              <a:ext uri="{FF2B5EF4-FFF2-40B4-BE49-F238E27FC236}">
                <a16:creationId xmlns:a16="http://schemas.microsoft.com/office/drawing/2014/main" id="{A41FE88E-B93F-404F-BE2A-C9BC49970B81}"/>
              </a:ext>
            </a:extLst>
          </p:cNvPr>
          <p:cNvSpPr>
            <a:spLocks noGrp="1"/>
          </p:cNvSpPr>
          <p:nvPr>
            <p:ph idx="1"/>
          </p:nvPr>
        </p:nvSpPr>
        <p:spPr/>
        <p:txBody>
          <a:bodyPr/>
          <a:lstStyle/>
          <a:p>
            <a:r>
              <a:rPr lang="en-US" dirty="0"/>
              <a:t> </a:t>
            </a:r>
            <a:r>
              <a:rPr lang="en-US" dirty="0" err="1"/>
              <a:t>Phần</a:t>
            </a:r>
            <a:r>
              <a:rPr lang="en-US" dirty="0"/>
              <a:t> </a:t>
            </a:r>
            <a:r>
              <a:rPr lang="en-US" dirty="0" err="1"/>
              <a:t>chính</a:t>
            </a:r>
            <a:r>
              <a:rPr lang="en-US" dirty="0"/>
              <a:t> </a:t>
            </a:r>
            <a:r>
              <a:rPr lang="en-US" dirty="0" err="1"/>
              <a:t>với</a:t>
            </a:r>
            <a:r>
              <a:rPr lang="en-US" dirty="0"/>
              <a:t> </a:t>
            </a:r>
            <a:r>
              <a:rPr lang="en-US" dirty="0" err="1"/>
              <a:t>các</a:t>
            </a:r>
            <a:r>
              <a:rPr lang="en-US" dirty="0"/>
              <a:t> </a:t>
            </a:r>
            <a:r>
              <a:rPr lang="en-US" dirty="0" err="1"/>
              <a:t>nội</a:t>
            </a:r>
            <a:r>
              <a:rPr lang="en-US" dirty="0"/>
              <a:t> dung</a:t>
            </a:r>
          </a:p>
          <a:p>
            <a:pPr lvl="1"/>
            <a:r>
              <a:rPr lang="en-US" dirty="0"/>
              <a:t> </a:t>
            </a:r>
            <a:r>
              <a:rPr lang="en-US" dirty="0" err="1"/>
              <a:t>Vấn</a:t>
            </a:r>
            <a:r>
              <a:rPr lang="en-US" dirty="0"/>
              <a:t> </a:t>
            </a:r>
            <a:r>
              <a:rPr lang="en-US" dirty="0" err="1"/>
              <a:t>đề</a:t>
            </a:r>
            <a:r>
              <a:rPr lang="en-US" dirty="0"/>
              <a:t> </a:t>
            </a:r>
            <a:r>
              <a:rPr lang="en-US" dirty="0" err="1"/>
              <a:t>cần</a:t>
            </a:r>
            <a:r>
              <a:rPr lang="en-US" dirty="0"/>
              <a:t> </a:t>
            </a:r>
            <a:r>
              <a:rPr lang="en-US" dirty="0" err="1"/>
              <a:t>giải</a:t>
            </a:r>
            <a:r>
              <a:rPr lang="en-US" dirty="0"/>
              <a:t> </a:t>
            </a:r>
            <a:r>
              <a:rPr lang="en-US" dirty="0" err="1"/>
              <a:t>quyết</a:t>
            </a:r>
            <a:r>
              <a:rPr lang="en-US" dirty="0"/>
              <a:t>, </a:t>
            </a:r>
            <a:r>
              <a:rPr lang="en-US" dirty="0" err="1"/>
              <a:t>yêu</a:t>
            </a:r>
            <a:r>
              <a:rPr lang="en-US" dirty="0"/>
              <a:t> </a:t>
            </a:r>
            <a:r>
              <a:rPr lang="en-US" dirty="0" err="1"/>
              <a:t>cầu</a:t>
            </a:r>
            <a:r>
              <a:rPr lang="en-US" dirty="0"/>
              <a:t> </a:t>
            </a:r>
            <a:r>
              <a:rPr lang="en-US" dirty="0" err="1"/>
              <a:t>công</a:t>
            </a:r>
            <a:r>
              <a:rPr lang="en-US" dirty="0"/>
              <a:t> </a:t>
            </a:r>
            <a:r>
              <a:rPr lang="en-US" dirty="0" err="1"/>
              <a:t>việc</a:t>
            </a:r>
            <a:endParaRPr lang="en-US" dirty="0"/>
          </a:p>
          <a:p>
            <a:pPr lvl="1"/>
            <a:r>
              <a:rPr lang="en-US" dirty="0"/>
              <a:t> Ý </a:t>
            </a:r>
            <a:r>
              <a:rPr lang="en-US" dirty="0" err="1"/>
              <a:t>tưởng</a:t>
            </a:r>
            <a:r>
              <a:rPr lang="en-US" dirty="0"/>
              <a:t> </a:t>
            </a:r>
            <a:r>
              <a:rPr lang="en-US" dirty="0" err="1"/>
              <a:t>và</a:t>
            </a:r>
            <a:r>
              <a:rPr lang="en-US" dirty="0"/>
              <a:t> </a:t>
            </a:r>
            <a:r>
              <a:rPr lang="en-US" dirty="0" err="1"/>
              <a:t>giải</a:t>
            </a:r>
            <a:r>
              <a:rPr lang="en-US" dirty="0"/>
              <a:t> </a:t>
            </a:r>
            <a:r>
              <a:rPr lang="en-US" dirty="0" err="1"/>
              <a:t>pháp</a:t>
            </a:r>
            <a:endParaRPr lang="en-US" dirty="0"/>
          </a:p>
          <a:p>
            <a:pPr lvl="1"/>
            <a:r>
              <a:rPr lang="en-US" dirty="0"/>
              <a:t> </a:t>
            </a:r>
            <a:r>
              <a:rPr lang="en-US" dirty="0" err="1">
                <a:hlinkClick r:id="rId2" action="ppaction://hlinksldjump"/>
              </a:rPr>
              <a:t>Cung</a:t>
            </a:r>
            <a:r>
              <a:rPr lang="en-US" dirty="0">
                <a:hlinkClick r:id="rId2" action="ppaction://hlinksldjump"/>
              </a:rPr>
              <a:t> </a:t>
            </a:r>
            <a:r>
              <a:rPr lang="en-US" dirty="0" err="1">
                <a:hlinkClick r:id="rId2" action="ppaction://hlinksldjump"/>
              </a:rPr>
              <a:t>cấp</a:t>
            </a:r>
            <a:r>
              <a:rPr lang="en-US" dirty="0">
                <a:hlinkClick r:id="rId2" action="ppaction://hlinksldjump"/>
              </a:rPr>
              <a:t> </a:t>
            </a:r>
            <a:r>
              <a:rPr lang="en-US" dirty="0" err="1">
                <a:hlinkClick r:id="rId2" action="ppaction://hlinksldjump"/>
              </a:rPr>
              <a:t>ví</a:t>
            </a:r>
            <a:r>
              <a:rPr lang="en-US" dirty="0">
                <a:hlinkClick r:id="rId2" action="ppaction://hlinksldjump"/>
              </a:rPr>
              <a:t> </a:t>
            </a:r>
            <a:r>
              <a:rPr lang="en-US" dirty="0" err="1">
                <a:hlinkClick r:id="rId2" action="ppaction://hlinksldjump"/>
              </a:rPr>
              <a:t>dụ</a:t>
            </a:r>
            <a:r>
              <a:rPr lang="en-US" dirty="0">
                <a:hlinkClick r:id="rId2" action="ppaction://hlinksldjump"/>
              </a:rPr>
              <a:t> </a:t>
            </a:r>
            <a:r>
              <a:rPr lang="en-US" dirty="0" err="1">
                <a:hlinkClick r:id="rId2" action="ppaction://hlinksldjump"/>
              </a:rPr>
              <a:t>để</a:t>
            </a:r>
            <a:r>
              <a:rPr lang="en-US" dirty="0">
                <a:hlinkClick r:id="rId2" action="ppaction://hlinksldjump"/>
              </a:rPr>
              <a:t> </a:t>
            </a:r>
            <a:r>
              <a:rPr lang="en-US" dirty="0" err="1">
                <a:hlinkClick r:id="rId2" action="ppaction://hlinksldjump"/>
              </a:rPr>
              <a:t>chứng</a:t>
            </a:r>
            <a:r>
              <a:rPr lang="en-US" dirty="0">
                <a:hlinkClick r:id="rId2" action="ppaction://hlinksldjump"/>
              </a:rPr>
              <a:t> </a:t>
            </a:r>
            <a:r>
              <a:rPr lang="en-US" dirty="0" err="1">
                <a:hlinkClick r:id="rId2" action="ppaction://hlinksldjump"/>
              </a:rPr>
              <a:t>minh</a:t>
            </a:r>
            <a:endParaRPr lang="en-US" dirty="0"/>
          </a:p>
          <a:p>
            <a:pPr lvl="1"/>
            <a:r>
              <a:rPr lang="en-US" dirty="0"/>
              <a:t> </a:t>
            </a:r>
            <a:r>
              <a:rPr lang="en-US" dirty="0" err="1"/>
              <a:t>Lợi</a:t>
            </a:r>
            <a:r>
              <a:rPr lang="en-US" dirty="0"/>
              <a:t> </a:t>
            </a:r>
            <a:r>
              <a:rPr lang="en-US" dirty="0" err="1"/>
              <a:t>ích</a:t>
            </a:r>
            <a:r>
              <a:rPr lang="en-US" dirty="0"/>
              <a:t> </a:t>
            </a:r>
            <a:r>
              <a:rPr lang="en-US" dirty="0" err="1"/>
              <a:t>khi</a:t>
            </a:r>
            <a:r>
              <a:rPr lang="en-US" dirty="0"/>
              <a:t> </a:t>
            </a:r>
            <a:r>
              <a:rPr lang="en-US" dirty="0" err="1"/>
              <a:t>áp</a:t>
            </a:r>
            <a:r>
              <a:rPr lang="en-US" dirty="0"/>
              <a:t> </a:t>
            </a:r>
            <a:r>
              <a:rPr lang="en-US" dirty="0" err="1"/>
              <a:t>dụng</a:t>
            </a:r>
            <a:r>
              <a:rPr lang="en-US" dirty="0"/>
              <a:t> </a:t>
            </a:r>
            <a:r>
              <a:rPr lang="en-US" dirty="0" err="1"/>
              <a:t>giải</a:t>
            </a:r>
            <a:r>
              <a:rPr lang="en-US" dirty="0"/>
              <a:t> </a:t>
            </a:r>
            <a:r>
              <a:rPr lang="en-US" dirty="0" err="1"/>
              <a:t>pháp</a:t>
            </a:r>
            <a:endParaRPr lang="en-US" dirty="0"/>
          </a:p>
          <a:p>
            <a:pPr lvl="1"/>
            <a:r>
              <a:rPr lang="en-US" dirty="0"/>
              <a:t> </a:t>
            </a:r>
            <a:r>
              <a:rPr lang="en-US" dirty="0" err="1"/>
              <a:t>Chương</a:t>
            </a:r>
            <a:r>
              <a:rPr lang="en-US" dirty="0"/>
              <a:t> </a:t>
            </a:r>
            <a:r>
              <a:rPr lang="en-US" dirty="0" err="1"/>
              <a:t>trình</a:t>
            </a:r>
            <a:r>
              <a:rPr lang="en-US" dirty="0"/>
              <a:t> </a:t>
            </a:r>
            <a:r>
              <a:rPr lang="en-US" dirty="0" err="1"/>
              <a:t>hành</a:t>
            </a:r>
            <a:r>
              <a:rPr lang="en-US" dirty="0"/>
              <a:t> </a:t>
            </a:r>
            <a:r>
              <a:rPr lang="en-US" dirty="0" err="1"/>
              <a:t>động</a:t>
            </a:r>
            <a:r>
              <a:rPr lang="en-US" dirty="0"/>
              <a:t>/ </a:t>
            </a:r>
            <a:r>
              <a:rPr lang="en-US" dirty="0" err="1"/>
              <a:t>các</a:t>
            </a:r>
            <a:r>
              <a:rPr lang="en-US" dirty="0"/>
              <a:t> </a:t>
            </a:r>
            <a:r>
              <a:rPr lang="en-US" dirty="0" err="1"/>
              <a:t>việc</a:t>
            </a:r>
            <a:r>
              <a:rPr lang="en-US" dirty="0"/>
              <a:t> </a:t>
            </a:r>
            <a:r>
              <a:rPr lang="en-US" dirty="0" err="1"/>
              <a:t>làm</a:t>
            </a:r>
            <a:r>
              <a:rPr lang="en-US" dirty="0"/>
              <a:t> </a:t>
            </a:r>
            <a:r>
              <a:rPr lang="en-US" dirty="0" err="1"/>
              <a:t>cụ</a:t>
            </a:r>
            <a:r>
              <a:rPr lang="en-US" dirty="0"/>
              <a:t> </a:t>
            </a:r>
            <a:r>
              <a:rPr lang="en-US" dirty="0" err="1"/>
              <a:t>thể</a:t>
            </a:r>
            <a:endParaRPr lang="en-US" dirty="0"/>
          </a:p>
        </p:txBody>
      </p:sp>
    </p:spTree>
    <p:extLst>
      <p:ext uri="{BB962C8B-B14F-4D97-AF65-F5344CB8AC3E}">
        <p14:creationId xmlns:p14="http://schemas.microsoft.com/office/powerpoint/2010/main" val="336573491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8303C-0081-4C4C-861A-0F9160BD2326}"/>
              </a:ext>
            </a:extLst>
          </p:cNvPr>
          <p:cNvSpPr>
            <a:spLocks noGrp="1"/>
          </p:cNvSpPr>
          <p:nvPr>
            <p:ph type="title"/>
          </p:nvPr>
        </p:nvSpPr>
        <p:spPr>
          <a:xfrm>
            <a:off x="838200" y="500062"/>
            <a:ext cx="10515600" cy="1325563"/>
          </a:xfrm>
        </p:spPr>
        <p:txBody>
          <a:bodyPr/>
          <a:lstStyle/>
          <a:p>
            <a:r>
              <a:rPr lang="en-US" dirty="0" err="1"/>
              <a:t>Phần</a:t>
            </a:r>
            <a:r>
              <a:rPr lang="en-US" dirty="0"/>
              <a:t> </a:t>
            </a:r>
            <a:r>
              <a:rPr lang="en-US" dirty="0" err="1"/>
              <a:t>kết</a:t>
            </a:r>
            <a:endParaRPr lang="vi-VN" dirty="0"/>
          </a:p>
        </p:txBody>
      </p:sp>
      <p:sp>
        <p:nvSpPr>
          <p:cNvPr id="3" name="Content Placeholder 2">
            <a:extLst>
              <a:ext uri="{FF2B5EF4-FFF2-40B4-BE49-F238E27FC236}">
                <a16:creationId xmlns:a16="http://schemas.microsoft.com/office/drawing/2014/main" id="{C4E1C52E-301C-4B9D-B5AD-18786764679A}"/>
              </a:ext>
            </a:extLst>
          </p:cNvPr>
          <p:cNvSpPr>
            <a:spLocks noGrp="1"/>
          </p:cNvSpPr>
          <p:nvPr>
            <p:ph idx="1"/>
          </p:nvPr>
        </p:nvSpPr>
        <p:spPr/>
        <p:txBody>
          <a:bodyPr/>
          <a:lstStyle/>
          <a:p>
            <a:r>
              <a:rPr lang="en-US" dirty="0"/>
              <a:t> </a:t>
            </a:r>
            <a:r>
              <a:rPr lang="en-US" dirty="0" err="1"/>
              <a:t>Tóm</a:t>
            </a:r>
            <a:r>
              <a:rPr lang="en-US" dirty="0"/>
              <a:t> </a:t>
            </a:r>
            <a:r>
              <a:rPr lang="en-US" dirty="0" err="1"/>
              <a:t>tắt</a:t>
            </a:r>
            <a:endParaRPr lang="en-US" dirty="0"/>
          </a:p>
          <a:p>
            <a:r>
              <a:rPr lang="en-US" dirty="0"/>
              <a:t> </a:t>
            </a:r>
            <a:r>
              <a:rPr lang="en-US" dirty="0" err="1"/>
              <a:t>Kết</a:t>
            </a:r>
            <a:r>
              <a:rPr lang="en-US" dirty="0"/>
              <a:t> </a:t>
            </a:r>
            <a:r>
              <a:rPr lang="en-US" dirty="0" err="1"/>
              <a:t>luận</a:t>
            </a:r>
            <a:r>
              <a:rPr lang="en-US" dirty="0"/>
              <a:t> </a:t>
            </a:r>
            <a:r>
              <a:rPr lang="en-US" dirty="0" err="1"/>
              <a:t>cuối</a:t>
            </a:r>
            <a:r>
              <a:rPr lang="en-US" dirty="0"/>
              <a:t> </a:t>
            </a:r>
            <a:r>
              <a:rPr lang="en-US" dirty="0" err="1"/>
              <a:t>cùng</a:t>
            </a:r>
            <a:endParaRPr lang="en-US" dirty="0"/>
          </a:p>
          <a:p>
            <a:pPr lvl="1"/>
            <a:r>
              <a:rPr lang="en-US" dirty="0"/>
              <a:t> </a:t>
            </a:r>
            <a:r>
              <a:rPr lang="en-US" dirty="0" err="1"/>
              <a:t>Liệu</a:t>
            </a:r>
            <a:r>
              <a:rPr lang="en-US" dirty="0"/>
              <a:t> </a:t>
            </a:r>
            <a:r>
              <a:rPr lang="en-US" dirty="0" err="1"/>
              <a:t>còn</a:t>
            </a:r>
            <a:r>
              <a:rPr lang="en-US" dirty="0"/>
              <a:t> </a:t>
            </a:r>
            <a:r>
              <a:rPr lang="en-US" dirty="0" err="1"/>
              <a:t>điều</a:t>
            </a:r>
            <a:r>
              <a:rPr lang="en-US" dirty="0"/>
              <a:t> </a:t>
            </a:r>
            <a:r>
              <a:rPr lang="en-US" dirty="0" err="1"/>
              <a:t>gì</a:t>
            </a:r>
            <a:r>
              <a:rPr lang="en-US" dirty="0"/>
              <a:t> </a:t>
            </a:r>
            <a:r>
              <a:rPr lang="en-US" dirty="0" err="1"/>
              <a:t>bạn</a:t>
            </a:r>
            <a:r>
              <a:rPr lang="en-US" dirty="0"/>
              <a:t> </a:t>
            </a:r>
            <a:r>
              <a:rPr lang="en-US" dirty="0" err="1"/>
              <a:t>muốn</a:t>
            </a:r>
            <a:r>
              <a:rPr lang="en-US" dirty="0"/>
              <a:t> </a:t>
            </a:r>
            <a:r>
              <a:rPr lang="en-US" dirty="0" err="1"/>
              <a:t>người</a:t>
            </a:r>
            <a:r>
              <a:rPr lang="en-US" dirty="0"/>
              <a:t> </a:t>
            </a:r>
            <a:r>
              <a:rPr lang="en-US" dirty="0" err="1"/>
              <a:t>nghe</a:t>
            </a:r>
            <a:r>
              <a:rPr lang="en-US" dirty="0"/>
              <a:t> </a:t>
            </a:r>
            <a:r>
              <a:rPr lang="en-US" dirty="0" err="1"/>
              <a:t>ghi</a:t>
            </a:r>
            <a:r>
              <a:rPr lang="en-US" dirty="0"/>
              <a:t> </a:t>
            </a:r>
            <a:r>
              <a:rPr lang="en-US" dirty="0" err="1"/>
              <a:t>nhớ</a:t>
            </a:r>
            <a:r>
              <a:rPr lang="en-US" dirty="0"/>
              <a:t>?</a:t>
            </a:r>
          </a:p>
          <a:p>
            <a:endParaRPr lang="vi-VN" dirty="0"/>
          </a:p>
        </p:txBody>
      </p:sp>
    </p:spTree>
    <p:extLst>
      <p:ext uri="{BB962C8B-B14F-4D97-AF65-F5344CB8AC3E}">
        <p14:creationId xmlns:p14="http://schemas.microsoft.com/office/powerpoint/2010/main" val="340654525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D9D1B-F4B5-4F4A-9DE8-BE712E8EA492}"/>
              </a:ext>
            </a:extLst>
          </p:cNvPr>
          <p:cNvSpPr>
            <a:spLocks noGrp="1"/>
          </p:cNvSpPr>
          <p:nvPr>
            <p:ph type="title"/>
          </p:nvPr>
        </p:nvSpPr>
        <p:spPr>
          <a:xfrm>
            <a:off x="3046563" y="2766218"/>
            <a:ext cx="10515600" cy="1325563"/>
          </a:xfrm>
        </p:spPr>
        <p:txBody>
          <a:bodyPr/>
          <a:lstStyle/>
          <a:p>
            <a:r>
              <a:rPr lang="en-US" dirty="0" err="1"/>
              <a:t>Cám</a:t>
            </a:r>
            <a:r>
              <a:rPr lang="en-US" dirty="0"/>
              <a:t> </a:t>
            </a:r>
            <a:r>
              <a:rPr lang="en-US" dirty="0" err="1"/>
              <a:t>ơn</a:t>
            </a:r>
            <a:r>
              <a:rPr lang="en-US" dirty="0"/>
              <a:t> </a:t>
            </a:r>
            <a:r>
              <a:rPr lang="en-US" dirty="0" err="1"/>
              <a:t>sự</a:t>
            </a:r>
            <a:r>
              <a:rPr lang="en-US" dirty="0"/>
              <a:t> </a:t>
            </a:r>
            <a:r>
              <a:rPr lang="en-US" dirty="0" err="1"/>
              <a:t>chú</a:t>
            </a:r>
            <a:r>
              <a:rPr lang="en-US" dirty="0"/>
              <a:t> ý </a:t>
            </a:r>
            <a:r>
              <a:rPr lang="en-US" dirty="0" err="1"/>
              <a:t>của</a:t>
            </a:r>
            <a:r>
              <a:rPr lang="en-US" dirty="0"/>
              <a:t> </a:t>
            </a:r>
            <a:r>
              <a:rPr lang="en-US" dirty="0" err="1"/>
              <a:t>quý</a:t>
            </a:r>
            <a:r>
              <a:rPr lang="en-US" dirty="0"/>
              <a:t> </a:t>
            </a:r>
            <a:r>
              <a:rPr lang="en-US" dirty="0" err="1"/>
              <a:t>vị</a:t>
            </a:r>
            <a:endParaRPr lang="vi-VN" dirty="0"/>
          </a:p>
        </p:txBody>
      </p:sp>
    </p:spTree>
    <p:extLst>
      <p:ext uri="{BB962C8B-B14F-4D97-AF65-F5344CB8AC3E}">
        <p14:creationId xmlns:p14="http://schemas.microsoft.com/office/powerpoint/2010/main" val="292332217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C4635-D6B6-46C3-A447-00FA790E2CA9}"/>
              </a:ext>
            </a:extLst>
          </p:cNvPr>
          <p:cNvSpPr>
            <a:spLocks noGrp="1"/>
          </p:cNvSpPr>
          <p:nvPr>
            <p:ph type="title"/>
          </p:nvPr>
        </p:nvSpPr>
        <p:spPr>
          <a:xfrm>
            <a:off x="414068" y="500062"/>
            <a:ext cx="11777932" cy="1325563"/>
          </a:xfrm>
        </p:spPr>
        <p:txBody>
          <a:bodyPr/>
          <a:lstStyle/>
          <a:p>
            <a:r>
              <a:rPr lang="vi-VN" dirty="0"/>
              <a:t>Ví dụ: sử dụng một đoạn trích dẫn khi giới thiệu</a:t>
            </a:r>
          </a:p>
        </p:txBody>
      </p:sp>
      <p:sp>
        <p:nvSpPr>
          <p:cNvPr id="3" name="Content Placeholder 2">
            <a:extLst>
              <a:ext uri="{FF2B5EF4-FFF2-40B4-BE49-F238E27FC236}">
                <a16:creationId xmlns:a16="http://schemas.microsoft.com/office/drawing/2014/main" id="{88416889-5638-4FAB-B818-BC1E3AE3E09B}"/>
              </a:ext>
            </a:extLst>
          </p:cNvPr>
          <p:cNvSpPr>
            <a:spLocks noGrp="1"/>
          </p:cNvSpPr>
          <p:nvPr>
            <p:ph idx="1"/>
          </p:nvPr>
        </p:nvSpPr>
        <p:spPr>
          <a:xfrm>
            <a:off x="414068" y="1653097"/>
            <a:ext cx="11363864" cy="4885726"/>
          </a:xfrm>
        </p:spPr>
        <p:txBody>
          <a:bodyPr/>
          <a:lstStyle/>
          <a:p>
            <a:r>
              <a:rPr lang="en-US" dirty="0"/>
              <a:t> </a:t>
            </a:r>
            <a:r>
              <a:rPr lang="en-US" dirty="0" err="1"/>
              <a:t>Ví</a:t>
            </a:r>
            <a:r>
              <a:rPr lang="en-US" dirty="0"/>
              <a:t> </a:t>
            </a:r>
            <a:r>
              <a:rPr lang="en-US" dirty="0" err="1"/>
              <a:t>dụ</a:t>
            </a:r>
            <a:r>
              <a:rPr lang="en-US" dirty="0"/>
              <a:t>: Ta </a:t>
            </a:r>
            <a:r>
              <a:rPr lang="en-US" dirty="0" err="1"/>
              <a:t>có</a:t>
            </a:r>
            <a:r>
              <a:rPr lang="en-US" dirty="0"/>
              <a:t> </a:t>
            </a:r>
            <a:r>
              <a:rPr lang="en-US" dirty="0" err="1"/>
              <a:t>thể</a:t>
            </a:r>
            <a:r>
              <a:rPr lang="en-US" dirty="0"/>
              <a:t> </a:t>
            </a:r>
            <a:r>
              <a:rPr lang="en-US" dirty="0" err="1"/>
              <a:t>phát</a:t>
            </a:r>
            <a:r>
              <a:rPr lang="en-US" dirty="0"/>
              <a:t> </a:t>
            </a:r>
            <a:r>
              <a:rPr lang="en-US" dirty="0" err="1"/>
              <a:t>biểu</a:t>
            </a:r>
            <a:r>
              <a:rPr lang="en-US" dirty="0"/>
              <a:t> </a:t>
            </a:r>
            <a:r>
              <a:rPr lang="en-US" dirty="0" err="1"/>
              <a:t>trích</a:t>
            </a:r>
            <a:r>
              <a:rPr lang="en-US" dirty="0"/>
              <a:t> </a:t>
            </a:r>
            <a:r>
              <a:rPr lang="en-US" dirty="0" err="1"/>
              <a:t>dẫn</a:t>
            </a:r>
            <a:r>
              <a:rPr lang="en-US" dirty="0"/>
              <a:t> </a:t>
            </a:r>
            <a:r>
              <a:rPr lang="en-US" dirty="0" err="1"/>
              <a:t>lợi</a:t>
            </a:r>
            <a:r>
              <a:rPr lang="en-US" dirty="0"/>
              <a:t> </a:t>
            </a:r>
            <a:r>
              <a:rPr lang="en-US" dirty="0" err="1"/>
              <a:t>ích</a:t>
            </a:r>
            <a:r>
              <a:rPr lang="en-US" dirty="0"/>
              <a:t> </a:t>
            </a:r>
            <a:r>
              <a:rPr lang="en-US" dirty="0" err="1"/>
              <a:t>khi</a:t>
            </a:r>
            <a:r>
              <a:rPr lang="en-US" dirty="0"/>
              <a:t> </a:t>
            </a:r>
            <a:r>
              <a:rPr lang="en-US" dirty="0" err="1"/>
              <a:t>học</a:t>
            </a:r>
            <a:r>
              <a:rPr lang="en-US" dirty="0"/>
              <a:t> </a:t>
            </a:r>
            <a:r>
              <a:rPr lang="en-US" dirty="0" err="1"/>
              <a:t>ngành</a:t>
            </a:r>
            <a:r>
              <a:rPr lang="en-US" dirty="0"/>
              <a:t> </a:t>
            </a:r>
            <a:r>
              <a:rPr lang="en-US" dirty="0" err="1"/>
              <a:t>công</a:t>
            </a:r>
            <a:r>
              <a:rPr lang="en-US" dirty="0"/>
              <a:t> </a:t>
            </a:r>
            <a:r>
              <a:rPr lang="en-US" dirty="0" err="1"/>
              <a:t>nghệ</a:t>
            </a:r>
            <a:r>
              <a:rPr lang="en-US" dirty="0"/>
              <a:t> </a:t>
            </a:r>
            <a:r>
              <a:rPr lang="en-US" dirty="0" err="1"/>
              <a:t>thông</a:t>
            </a:r>
            <a:r>
              <a:rPr lang="en-US" dirty="0"/>
              <a:t> tin</a:t>
            </a:r>
          </a:p>
          <a:p>
            <a:pPr marL="457200" lvl="1" indent="0">
              <a:buNone/>
            </a:pPr>
            <a:r>
              <a:rPr lang="vi-VN" dirty="0"/>
              <a:t>“Hàng năm, công nghệ mới luôn được phát triển và thể hiện tầm quan trọng của nó đối với cuộc sống. Các doanh nghiệp cũng thay đổi theo hướng cập nhật công nghệ thông tin và yêu cầu sự thay đổi về nhân sự giỏi công nghệ. Ngành học CNTT được coi là lĩnh vực ngày một phát triển và trở nên hữu ích cho các bạn muốn xây dựng sự nghiệp với ngành này. Vậy những lợi ích khi học ngành CNTT là gì?”</a:t>
            </a:r>
            <a:endParaRPr lang="en-US" dirty="0"/>
          </a:p>
        </p:txBody>
      </p:sp>
      <p:sp>
        <p:nvSpPr>
          <p:cNvPr id="4" name="Action Button: Return 3">
            <a:hlinkClick r:id="rId2" action="ppaction://hlinksldjump" highlightClick="1"/>
            <a:extLst>
              <a:ext uri="{FF2B5EF4-FFF2-40B4-BE49-F238E27FC236}">
                <a16:creationId xmlns:a16="http://schemas.microsoft.com/office/drawing/2014/main" id="{CC11116B-365B-402C-9DFD-2320D6456786}"/>
              </a:ext>
            </a:extLst>
          </p:cNvPr>
          <p:cNvSpPr/>
          <p:nvPr/>
        </p:nvSpPr>
        <p:spPr>
          <a:xfrm>
            <a:off x="8798943" y="5141343"/>
            <a:ext cx="1017917" cy="1069676"/>
          </a:xfrm>
          <a:prstGeom prst="actionButtonRetur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30842573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EC59C-F638-4A33-9DB0-2F98F331F4F3}"/>
              </a:ext>
            </a:extLst>
          </p:cNvPr>
          <p:cNvSpPr>
            <a:spLocks noGrp="1"/>
          </p:cNvSpPr>
          <p:nvPr>
            <p:ph type="title"/>
          </p:nvPr>
        </p:nvSpPr>
        <p:spPr>
          <a:xfrm>
            <a:off x="838200" y="500062"/>
            <a:ext cx="10515600" cy="1325563"/>
          </a:xfrm>
        </p:spPr>
        <p:txBody>
          <a:bodyPr/>
          <a:lstStyle/>
          <a:p>
            <a:r>
              <a:rPr lang="vi-VN" dirty="0"/>
              <a:t>Ví dụ minh chứng một vấn đề</a:t>
            </a:r>
          </a:p>
        </p:txBody>
      </p:sp>
      <p:sp>
        <p:nvSpPr>
          <p:cNvPr id="3" name="Content Placeholder 2">
            <a:extLst>
              <a:ext uri="{FF2B5EF4-FFF2-40B4-BE49-F238E27FC236}">
                <a16:creationId xmlns:a16="http://schemas.microsoft.com/office/drawing/2014/main" id="{42DA8A7A-6AEF-4CE2-A884-D567F1BCDF42}"/>
              </a:ext>
            </a:extLst>
          </p:cNvPr>
          <p:cNvSpPr>
            <a:spLocks noGrp="1"/>
          </p:cNvSpPr>
          <p:nvPr>
            <p:ph idx="1"/>
          </p:nvPr>
        </p:nvSpPr>
        <p:spPr>
          <a:xfrm>
            <a:off x="838200" y="1635844"/>
            <a:ext cx="10515600" cy="4351338"/>
          </a:xfrm>
        </p:spPr>
        <p:txBody>
          <a:bodyPr/>
          <a:lstStyle/>
          <a:p>
            <a:r>
              <a:rPr lang="vi-VN" dirty="0"/>
              <a:t> Bảng thống kê kết quả tuyển sinh 2020</a:t>
            </a:r>
          </a:p>
          <a:p>
            <a:pPr marL="457200" lvl="1" indent="0">
              <a:buNone/>
            </a:pPr>
            <a:endParaRPr lang="vi-VN" dirty="0"/>
          </a:p>
        </p:txBody>
      </p:sp>
      <p:graphicFrame>
        <p:nvGraphicFramePr>
          <p:cNvPr id="5" name="Table 5">
            <a:extLst>
              <a:ext uri="{FF2B5EF4-FFF2-40B4-BE49-F238E27FC236}">
                <a16:creationId xmlns:a16="http://schemas.microsoft.com/office/drawing/2014/main" id="{70544E42-AF29-4F81-BA5D-90BD11995E4E}"/>
              </a:ext>
            </a:extLst>
          </p:cNvPr>
          <p:cNvGraphicFramePr>
            <a:graphicFrameLocks noGrp="1"/>
          </p:cNvGraphicFramePr>
          <p:nvPr>
            <p:extLst>
              <p:ext uri="{D42A27DB-BD31-4B8C-83A1-F6EECF244321}">
                <p14:modId xmlns:p14="http://schemas.microsoft.com/office/powerpoint/2010/main" val="2638083136"/>
              </p:ext>
            </p:extLst>
          </p:nvPr>
        </p:nvGraphicFramePr>
        <p:xfrm>
          <a:off x="1410899" y="2468563"/>
          <a:ext cx="8940799" cy="3703320"/>
        </p:xfrm>
        <a:graphic>
          <a:graphicData uri="http://schemas.openxmlformats.org/drawingml/2006/table">
            <a:tbl>
              <a:tblPr firstRow="1" bandRow="1">
                <a:tableStyleId>{5940675A-B579-460E-94D1-54222C63F5DA}</a:tableStyleId>
              </a:tblPr>
              <a:tblGrid>
                <a:gridCol w="4903637">
                  <a:extLst>
                    <a:ext uri="{9D8B030D-6E8A-4147-A177-3AD203B41FA5}">
                      <a16:colId xmlns:a16="http://schemas.microsoft.com/office/drawing/2014/main" val="3958987773"/>
                    </a:ext>
                  </a:extLst>
                </a:gridCol>
                <a:gridCol w="4037162">
                  <a:extLst>
                    <a:ext uri="{9D8B030D-6E8A-4147-A177-3AD203B41FA5}">
                      <a16:colId xmlns:a16="http://schemas.microsoft.com/office/drawing/2014/main" val="1811293627"/>
                    </a:ext>
                  </a:extLst>
                </a:gridCol>
              </a:tblGrid>
              <a:tr h="370840">
                <a:tc>
                  <a:txBody>
                    <a:bodyPr/>
                    <a:lstStyle/>
                    <a:p>
                      <a:pPr algn="l"/>
                      <a:r>
                        <a:rPr lang="vi-VN" b="1" dirty="0"/>
                        <a:t>Tên ngành/ chuyên ngành</a:t>
                      </a:r>
                    </a:p>
                  </a:txBody>
                  <a:tcPr>
                    <a:solidFill>
                      <a:schemeClr val="bg1"/>
                    </a:solidFill>
                  </a:tcPr>
                </a:tc>
                <a:tc>
                  <a:txBody>
                    <a:bodyPr/>
                    <a:lstStyle/>
                    <a:p>
                      <a:pPr algn="r"/>
                      <a:r>
                        <a:rPr lang="vi-VN" b="1" dirty="0"/>
                        <a:t>Số lượng tuyển sinh</a:t>
                      </a:r>
                    </a:p>
                  </a:txBody>
                  <a:tcPr>
                    <a:solidFill>
                      <a:schemeClr val="bg1"/>
                    </a:solidFill>
                  </a:tcPr>
                </a:tc>
                <a:extLst>
                  <a:ext uri="{0D108BD9-81ED-4DB2-BD59-A6C34878D82A}">
                    <a16:rowId xmlns:a16="http://schemas.microsoft.com/office/drawing/2014/main" val="2165858549"/>
                  </a:ext>
                </a:extLst>
              </a:tr>
              <a:tr h="370840">
                <a:tc>
                  <a:txBody>
                    <a:bodyPr/>
                    <a:lstStyle/>
                    <a:p>
                      <a:pPr algn="l"/>
                      <a:r>
                        <a:rPr lang="vi-VN" b="1" dirty="0"/>
                        <a:t>Công nghệ thông tin</a:t>
                      </a:r>
                    </a:p>
                  </a:txBody>
                  <a:tcPr>
                    <a:solidFill>
                      <a:schemeClr val="bg1"/>
                    </a:solidFill>
                  </a:tcPr>
                </a:tc>
                <a:tc>
                  <a:txBody>
                    <a:bodyPr/>
                    <a:lstStyle/>
                    <a:p>
                      <a:pPr algn="r"/>
                      <a:r>
                        <a:rPr lang="vi-VN" b="1" dirty="0"/>
                        <a:t>272</a:t>
                      </a:r>
                    </a:p>
                  </a:txBody>
                  <a:tcPr>
                    <a:solidFill>
                      <a:schemeClr val="bg1"/>
                    </a:solidFill>
                  </a:tcPr>
                </a:tc>
                <a:extLst>
                  <a:ext uri="{0D108BD9-81ED-4DB2-BD59-A6C34878D82A}">
                    <a16:rowId xmlns:a16="http://schemas.microsoft.com/office/drawing/2014/main" val="2300263307"/>
                  </a:ext>
                </a:extLst>
              </a:tr>
              <a:tr h="370840">
                <a:tc>
                  <a:txBody>
                    <a:bodyPr/>
                    <a:lstStyle/>
                    <a:p>
                      <a:pPr algn="l"/>
                      <a:r>
                        <a:rPr lang="vi-VN" b="1" dirty="0"/>
                        <a:t>Công nghệ thông tin – CLC</a:t>
                      </a:r>
                    </a:p>
                  </a:txBody>
                  <a:tcPr>
                    <a:solidFill>
                      <a:schemeClr val="bg1"/>
                    </a:solidFill>
                  </a:tcPr>
                </a:tc>
                <a:tc>
                  <a:txBody>
                    <a:bodyPr/>
                    <a:lstStyle/>
                    <a:p>
                      <a:pPr algn="r"/>
                      <a:r>
                        <a:rPr lang="vi-VN" b="1" dirty="0"/>
                        <a:t>144</a:t>
                      </a:r>
                    </a:p>
                  </a:txBody>
                  <a:tcPr>
                    <a:solidFill>
                      <a:schemeClr val="bg1"/>
                    </a:solidFill>
                  </a:tcPr>
                </a:tc>
                <a:extLst>
                  <a:ext uri="{0D108BD9-81ED-4DB2-BD59-A6C34878D82A}">
                    <a16:rowId xmlns:a16="http://schemas.microsoft.com/office/drawing/2014/main" val="1524910093"/>
                  </a:ext>
                </a:extLst>
              </a:tr>
              <a:tr h="370840">
                <a:tc>
                  <a:txBody>
                    <a:bodyPr/>
                    <a:lstStyle/>
                    <a:p>
                      <a:pPr algn="l"/>
                      <a:r>
                        <a:rPr lang="vi-VN" b="1" dirty="0"/>
                        <a:t>Công nghệ thông tin – HA</a:t>
                      </a:r>
                    </a:p>
                  </a:txBody>
                  <a:tcPr>
                    <a:solidFill>
                      <a:schemeClr val="bg1"/>
                    </a:solidFill>
                  </a:tcPr>
                </a:tc>
                <a:tc>
                  <a:txBody>
                    <a:bodyPr/>
                    <a:lstStyle/>
                    <a:p>
                      <a:pPr algn="r"/>
                      <a:r>
                        <a:rPr lang="vi-VN" b="1" dirty="0"/>
                        <a:t>75</a:t>
                      </a:r>
                    </a:p>
                  </a:txBody>
                  <a:tcPr>
                    <a:solidFill>
                      <a:schemeClr val="bg1"/>
                    </a:solidFill>
                  </a:tcPr>
                </a:tc>
                <a:extLst>
                  <a:ext uri="{0D108BD9-81ED-4DB2-BD59-A6C34878D82A}">
                    <a16:rowId xmlns:a16="http://schemas.microsoft.com/office/drawing/2014/main" val="668745469"/>
                  </a:ext>
                </a:extLst>
              </a:tr>
              <a:tr h="370840">
                <a:tc>
                  <a:txBody>
                    <a:bodyPr/>
                    <a:lstStyle/>
                    <a:p>
                      <a:pPr algn="l"/>
                      <a:r>
                        <a:rPr lang="vi-VN" b="1" dirty="0"/>
                        <a:t>Mạng máy tính và truyền thông dữ liệu</a:t>
                      </a:r>
                    </a:p>
                  </a:txBody>
                  <a:tcPr>
                    <a:solidFill>
                      <a:schemeClr val="bg1"/>
                    </a:solidFill>
                  </a:tcPr>
                </a:tc>
                <a:tc>
                  <a:txBody>
                    <a:bodyPr/>
                    <a:lstStyle/>
                    <a:p>
                      <a:pPr algn="r"/>
                      <a:r>
                        <a:rPr lang="vi-VN" b="1" dirty="0"/>
                        <a:t>149</a:t>
                      </a:r>
                    </a:p>
                  </a:txBody>
                  <a:tcPr>
                    <a:solidFill>
                      <a:schemeClr val="bg1"/>
                    </a:solidFill>
                  </a:tcPr>
                </a:tc>
                <a:extLst>
                  <a:ext uri="{0D108BD9-81ED-4DB2-BD59-A6C34878D82A}">
                    <a16:rowId xmlns:a16="http://schemas.microsoft.com/office/drawing/2014/main" val="796941959"/>
                  </a:ext>
                </a:extLst>
              </a:tr>
              <a:tr h="370840">
                <a:tc>
                  <a:txBody>
                    <a:bodyPr/>
                    <a:lstStyle/>
                    <a:p>
                      <a:pPr algn="l"/>
                      <a:r>
                        <a:rPr lang="vi-VN" b="1" dirty="0"/>
                        <a:t>Kỹ thuật phần mềm</a:t>
                      </a:r>
                    </a:p>
                  </a:txBody>
                  <a:tcPr>
                    <a:solidFill>
                      <a:schemeClr val="bg1"/>
                    </a:solidFill>
                  </a:tcPr>
                </a:tc>
                <a:tc>
                  <a:txBody>
                    <a:bodyPr/>
                    <a:lstStyle/>
                    <a:p>
                      <a:pPr algn="r"/>
                      <a:r>
                        <a:rPr lang="vi-VN" b="1" dirty="0"/>
                        <a:t>266</a:t>
                      </a:r>
                    </a:p>
                  </a:txBody>
                  <a:tcPr>
                    <a:solidFill>
                      <a:schemeClr val="bg1"/>
                    </a:solidFill>
                  </a:tcPr>
                </a:tc>
                <a:extLst>
                  <a:ext uri="{0D108BD9-81ED-4DB2-BD59-A6C34878D82A}">
                    <a16:rowId xmlns:a16="http://schemas.microsoft.com/office/drawing/2014/main" val="360817071"/>
                  </a:ext>
                </a:extLst>
              </a:tr>
              <a:tr h="370840">
                <a:tc>
                  <a:txBody>
                    <a:bodyPr/>
                    <a:lstStyle/>
                    <a:p>
                      <a:pPr algn="l"/>
                      <a:r>
                        <a:rPr lang="vi-VN" b="1" dirty="0"/>
                        <a:t>Hệ thống thông tin</a:t>
                      </a:r>
                    </a:p>
                  </a:txBody>
                  <a:tcPr>
                    <a:solidFill>
                      <a:schemeClr val="bg1"/>
                    </a:solidFill>
                  </a:tcPr>
                </a:tc>
                <a:tc>
                  <a:txBody>
                    <a:bodyPr/>
                    <a:lstStyle/>
                    <a:p>
                      <a:pPr algn="r"/>
                      <a:r>
                        <a:rPr lang="vi-VN" b="1" dirty="0"/>
                        <a:t>135</a:t>
                      </a:r>
                    </a:p>
                  </a:txBody>
                  <a:tcPr>
                    <a:solidFill>
                      <a:schemeClr val="bg1"/>
                    </a:solidFill>
                  </a:tcPr>
                </a:tc>
                <a:extLst>
                  <a:ext uri="{0D108BD9-81ED-4DB2-BD59-A6C34878D82A}">
                    <a16:rowId xmlns:a16="http://schemas.microsoft.com/office/drawing/2014/main" val="2404903099"/>
                  </a:ext>
                </a:extLst>
              </a:tr>
              <a:tr h="370840">
                <a:tc>
                  <a:txBody>
                    <a:bodyPr/>
                    <a:lstStyle/>
                    <a:p>
                      <a:pPr algn="l"/>
                      <a:r>
                        <a:rPr lang="vi-VN" b="1" dirty="0"/>
                        <a:t>Khoa học máy tính</a:t>
                      </a:r>
                    </a:p>
                  </a:txBody>
                  <a:tcPr>
                    <a:solidFill>
                      <a:schemeClr val="bg1"/>
                    </a:solidFill>
                  </a:tcPr>
                </a:tc>
                <a:tc>
                  <a:txBody>
                    <a:bodyPr/>
                    <a:lstStyle/>
                    <a:p>
                      <a:pPr algn="r"/>
                      <a:r>
                        <a:rPr lang="vi-VN" b="1" dirty="0"/>
                        <a:t>178</a:t>
                      </a:r>
                    </a:p>
                  </a:txBody>
                  <a:tcPr>
                    <a:solidFill>
                      <a:schemeClr val="bg1"/>
                    </a:solidFill>
                  </a:tcPr>
                </a:tc>
                <a:extLst>
                  <a:ext uri="{0D108BD9-81ED-4DB2-BD59-A6C34878D82A}">
                    <a16:rowId xmlns:a16="http://schemas.microsoft.com/office/drawing/2014/main" val="1398777828"/>
                  </a:ext>
                </a:extLst>
              </a:tr>
              <a:tr h="137381">
                <a:tc>
                  <a:txBody>
                    <a:bodyPr/>
                    <a:lstStyle/>
                    <a:p>
                      <a:pPr algn="l"/>
                      <a:r>
                        <a:rPr lang="vi-VN" b="1" dirty="0"/>
                        <a:t>Tin học Ứng dụng</a:t>
                      </a:r>
                    </a:p>
                  </a:txBody>
                  <a:tcPr>
                    <a:solidFill>
                      <a:schemeClr val="bg1"/>
                    </a:solidFill>
                  </a:tcPr>
                </a:tc>
                <a:tc>
                  <a:txBody>
                    <a:bodyPr/>
                    <a:lstStyle/>
                    <a:p>
                      <a:pPr algn="r"/>
                      <a:r>
                        <a:rPr lang="vi-VN" b="1" dirty="0"/>
                        <a:t>32</a:t>
                      </a:r>
                    </a:p>
                  </a:txBody>
                  <a:tcPr>
                    <a:solidFill>
                      <a:schemeClr val="bg1"/>
                    </a:solidFill>
                  </a:tcPr>
                </a:tc>
                <a:extLst>
                  <a:ext uri="{0D108BD9-81ED-4DB2-BD59-A6C34878D82A}">
                    <a16:rowId xmlns:a16="http://schemas.microsoft.com/office/drawing/2014/main" val="2134537807"/>
                  </a:ext>
                </a:extLst>
              </a:tr>
              <a:tr h="370840">
                <a:tc>
                  <a:txBody>
                    <a:bodyPr/>
                    <a:lstStyle/>
                    <a:p>
                      <a:pPr algn="l"/>
                      <a:r>
                        <a:rPr lang="vi-VN" b="1" dirty="0"/>
                        <a:t>Tổng</a:t>
                      </a:r>
                    </a:p>
                  </a:txBody>
                  <a:tcPr>
                    <a:solidFill>
                      <a:schemeClr val="bg1"/>
                    </a:solidFill>
                  </a:tcPr>
                </a:tc>
                <a:tc>
                  <a:txBody>
                    <a:bodyPr/>
                    <a:lstStyle/>
                    <a:p>
                      <a:pPr algn="r"/>
                      <a:r>
                        <a:rPr lang="vi-VN" b="1" dirty="0"/>
                        <a:t>1251</a:t>
                      </a:r>
                    </a:p>
                  </a:txBody>
                  <a:tcPr>
                    <a:solidFill>
                      <a:schemeClr val="bg1"/>
                    </a:solidFill>
                  </a:tcPr>
                </a:tc>
                <a:extLst>
                  <a:ext uri="{0D108BD9-81ED-4DB2-BD59-A6C34878D82A}">
                    <a16:rowId xmlns:a16="http://schemas.microsoft.com/office/drawing/2014/main" val="1312851212"/>
                  </a:ext>
                </a:extLst>
              </a:tr>
            </a:tbl>
          </a:graphicData>
        </a:graphic>
      </p:graphicFrame>
      <p:sp>
        <p:nvSpPr>
          <p:cNvPr id="6" name="Action Button: Return 5">
            <a:hlinkClick r:id="rId2" action="ppaction://hlinksldjump" highlightClick="1"/>
            <a:extLst>
              <a:ext uri="{FF2B5EF4-FFF2-40B4-BE49-F238E27FC236}">
                <a16:creationId xmlns:a16="http://schemas.microsoft.com/office/drawing/2014/main" id="{8151C0B3-E8B6-42DD-9FD2-A88B23C1BC2F}"/>
              </a:ext>
            </a:extLst>
          </p:cNvPr>
          <p:cNvSpPr/>
          <p:nvPr/>
        </p:nvSpPr>
        <p:spPr>
          <a:xfrm>
            <a:off x="9437298" y="1142415"/>
            <a:ext cx="914400" cy="903636"/>
          </a:xfrm>
          <a:prstGeom prst="actionButtonRetur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386260127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E101414EE408046B6C39D59F7189ACE" ma:contentTypeVersion="4" ma:contentTypeDescription="Create a new document." ma:contentTypeScope="" ma:versionID="d39a6cd2c2027a8eba75651874f6c943">
  <xsd:schema xmlns:xsd="http://www.w3.org/2001/XMLSchema" xmlns:xs="http://www.w3.org/2001/XMLSchema" xmlns:p="http://schemas.microsoft.com/office/2006/metadata/properties" xmlns:ns3="2f12b43f-f6ce-40ca-b8e5-67bc939c6181" targetNamespace="http://schemas.microsoft.com/office/2006/metadata/properties" ma:root="true" ma:fieldsID="18d8530a56cf58666c55f21dafd2ad69" ns3:_="">
    <xsd:import namespace="2f12b43f-f6ce-40ca-b8e5-67bc939c6181"/>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12b43f-f6ce-40ca-b8e5-67bc939c618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445EFFA-8018-449C-A7E1-B6333C722EAC}">
  <ds:schemaRefs>
    <ds:schemaRef ds:uri="http://purl.org/dc/terms/"/>
    <ds:schemaRef ds:uri="http://schemas.microsoft.com/office/2006/documentManagement/types"/>
    <ds:schemaRef ds:uri="http://purl.org/dc/dcmitype/"/>
    <ds:schemaRef ds:uri="http://schemas.openxmlformats.org/package/2006/metadata/core-properties"/>
    <ds:schemaRef ds:uri="http://purl.org/dc/elements/1.1/"/>
    <ds:schemaRef ds:uri="http://schemas.microsoft.com/office/infopath/2007/PartnerControls"/>
    <ds:schemaRef ds:uri="2f12b43f-f6ce-40ca-b8e5-67bc939c6181"/>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FBE096C2-7AAA-4DAD-91FA-47024354191A}">
  <ds:schemaRefs>
    <ds:schemaRef ds:uri="http://schemas.microsoft.com/sharepoint/v3/contenttype/forms"/>
  </ds:schemaRefs>
</ds:datastoreItem>
</file>

<file path=customXml/itemProps3.xml><?xml version="1.0" encoding="utf-8"?>
<ds:datastoreItem xmlns:ds="http://schemas.openxmlformats.org/officeDocument/2006/customXml" ds:itemID="{22BF4200-F4AA-47CD-B312-59D92DD8445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f12b43f-f6ce-40ca-b8e5-67bc939c618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147</TotalTime>
  <Words>392</Words>
  <Application>Microsoft Office PowerPoint</Application>
  <PresentationFormat>Widescreen</PresentationFormat>
  <Paragraphs>56</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Times New Roman</vt:lpstr>
      <vt:lpstr>Wingdings</vt:lpstr>
      <vt:lpstr>Office Theme</vt:lpstr>
      <vt:lpstr>BỐ CỤC MỘT BÀI THUYẾT TRÌNH</vt:lpstr>
      <vt:lpstr>Giới thiệu</vt:lpstr>
      <vt:lpstr>Phần mở đầu</vt:lpstr>
      <vt:lpstr>Phần chính</vt:lpstr>
      <vt:lpstr>Phần kết</vt:lpstr>
      <vt:lpstr>Cám ơn sự chú ý của quý vị</vt:lpstr>
      <vt:lpstr>Ví dụ: sử dụng một đoạn trích dẫn khi giới thiệu</vt:lpstr>
      <vt:lpstr>Ví dụ minh chứng một vấn đề</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Tran Diep Chan Huy - B2611260</dc:creator>
  <cp:lastModifiedBy>Tran Diep Chan Huy - B2611260</cp:lastModifiedBy>
  <cp:revision>17</cp:revision>
  <dcterms:created xsi:type="dcterms:W3CDTF">2026-10-07T13:12:28Z</dcterms:created>
  <dcterms:modified xsi:type="dcterms:W3CDTF">2026-10-08T14:17:57Z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0x0101000E101414EE408046B6C39D59F7189ACE</vt:lpwstr>
  </property>
</Properties>
</file>